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4a76ff3bfa40fc" /><Relationship Type="http://schemas.openxmlformats.org/officeDocument/2006/relationships/extended-properties" Target="/docProps/app.xml" Id="Rc5da072d9571451a" /><Relationship Type="http://schemas.openxmlformats.org/officeDocument/2006/relationships/officeDocument" Target="/ppt/presentation.xml" Id="R17138cc9f77944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2328ac5f2043bb"/>
  </p:sldMasterIdLst>
  <p:notesMasterIdLst>
    <p:notesMasterId xmlns:r="http://schemas.openxmlformats.org/officeDocument/2006/relationships" r:id="Rbd7581cfbc3349e0"/>
  </p:notesMasterIdLst>
  <p:sldIdLst>
    <p:sldId xmlns:r="http://schemas.openxmlformats.org/officeDocument/2006/relationships" id="256" r:id="Ra61244aba7f44434"/>
  </p:sldIdLst>
  <p:sldSz cx="158877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d7aa8696424689" /><Relationship Type="http://schemas.openxmlformats.org/officeDocument/2006/relationships/slideMaster" Target="/ppt/slideMasters/slideMaster1.xml" Id="Rc82328ac5f2043bb" /><Relationship Type="http://schemas.openxmlformats.org/officeDocument/2006/relationships/notesMaster" Target="/ppt/notesMasters/notesMaster1.xml" Id="Rbd7581cfbc3349e0" /><Relationship Type="http://schemas.openxmlformats.org/officeDocument/2006/relationships/presProps" Target="/ppt/presProps.xml" Id="R2f173158cb0c4cc6" /><Relationship Type="http://schemas.openxmlformats.org/officeDocument/2006/relationships/viewProps" Target="/ppt/viewProps.xml" Id="Re2d97e04555e4e6e" /><Relationship Type="http://schemas.openxmlformats.org/officeDocument/2006/relationships/tableStyles" Target="/ppt/tableStyles.xml" Id="R44cd73da5286465e" /><Relationship Type="http://schemas.openxmlformats.org/officeDocument/2006/relationships/slide" Target="/ppt/slides/slide1.xml" Id="Ra61244aba7f444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5200ceff7542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e0c5ff87db4301" /><Relationship Type="http://schemas.openxmlformats.org/officeDocument/2006/relationships/notesMaster" Target="/ppt/notesMasters/notesMaster1.xml" Id="R0f1002424dce45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7f75d6c9440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78ee8647214000" /><Relationship Type="http://schemas.openxmlformats.org/officeDocument/2006/relationships/slideLayout" Target="/ppt/slideLayouts/slideLayout1.xml" Id="R0c9b3b628b864e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9b3b628b864e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61288362d4c7c" /><Relationship Type="http://schemas.openxmlformats.org/officeDocument/2006/relationships/notesSlide" Target="/ppt/notesSlides/notesSlide1.xml" Id="R1ceb248f94454c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018C323-F894-43BA-8D28-4C0D7F88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87700" cy="6858000"/>
          </a:xfrm>
          <a:prstGeom xmlns:a="http://schemas.openxmlformats.org/drawingml/2006/main" prst="rect">
            <a:avLst/>
          </a:prstGeom>
        </p:spPr>
      </p:sp>
      <p:sp>
        <p:nvSpPr>
          <p:cNvPr id="2" name="main-title">
            <a:extLst xmlns:a="http://schemas.openxmlformats.org/drawingml/2006/main">
              <a:ext uri="{FF2B5EF4-FFF2-40B4-BE49-F238E27FC236}">
                <a16:creationId xmlns:a16="http://schemas.microsoft.com/office/drawing/2014/main" id="{2EE19EBB-668C-4A3C-9A4B-3071ACB4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6200"/>
            <a:ext cx="9858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MSCA+: Multi-view Semantic Contrastive Alignment with BEiT3 Joint-Semantic View</a:t>
            </a:r>
          </a:p>
        </p:txBody>
      </p:sp>
      <p:sp>
        <p:nvSpPr>
          <p:cNvPr id="3" name="section-historical-user-behaviors">
            <a:extLst xmlns:a="http://schemas.openxmlformats.org/drawingml/2006/main">
              <a:ext uri="{FF2B5EF4-FFF2-40B4-BE49-F238E27FC236}">
                <a16:creationId xmlns:a16="http://schemas.microsoft.com/office/drawing/2014/main" id="{2F80B5ED-4309-4D78-AF27-385D2853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19100"/>
            <a:ext cx="182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Historical User Behaviors</a:t>
            </a:r>
          </a:p>
        </p:txBody>
      </p:sp>
      <p:sp>
        <p:nvSpPr>
          <p:cNvPr id="4" name="hist-user-0">
            <a:extLst xmlns:a="http://schemas.openxmlformats.org/drawingml/2006/main">
              <a:ext uri="{FF2B5EF4-FFF2-40B4-BE49-F238E27FC236}">
                <a16:creationId xmlns:a16="http://schemas.microsoft.com/office/drawing/2014/main" id="{F2B3295B-F839-4111-83B7-045D11E8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781050"/>
            <a:ext cx="114300" cy="11430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7A22A"/>
            </a:solidFill>
          </a:ln>
        </p:spPr>
      </p:sp>
      <p:sp>
        <p:nvSpPr>
          <p:cNvPr id="5" name="hist-user-label-0">
            <a:extLst xmlns:a="http://schemas.openxmlformats.org/drawingml/2006/main">
              <a:ext uri="{FF2B5EF4-FFF2-40B4-BE49-F238E27FC236}">
                <a16:creationId xmlns:a16="http://schemas.microsoft.com/office/drawing/2014/main" id="{856799C9-B1DF-4859-870C-1792EC7F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52500"/>
            <a:ext cx="228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u1</a:t>
            </a:r>
          </a:p>
        </p:txBody>
      </p:sp>
      <p:sp>
        <p:nvSpPr>
          <p:cNvPr id="6" name="hist-avatar-0">
            <a:extLst xmlns:a="http://schemas.openxmlformats.org/drawingml/2006/main">
              <a:ext uri="{FF2B5EF4-FFF2-40B4-BE49-F238E27FC236}">
                <a16:creationId xmlns:a16="http://schemas.microsoft.com/office/drawing/2014/main" id="{DB16399A-C0B8-40DF-91E6-137DC489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171450" cy="171450"/>
          </a:xfrm>
          <a:prstGeom xmlns:a="http://schemas.openxmlformats.org/drawingml/2006/main" prst="ellips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7" name="hist-avatar-body-0">
            <a:extLst xmlns:a="http://schemas.openxmlformats.org/drawingml/2006/main">
              <a:ext uri="{FF2B5EF4-FFF2-40B4-BE49-F238E27FC236}">
                <a16:creationId xmlns:a16="http://schemas.microsoft.com/office/drawing/2014/main" id="{D929B6F9-2E11-45F6-A374-5E47DCEF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38175"/>
            <a:ext cx="228600" cy="152400"/>
          </a:xfrm>
          <a:prstGeom xmlns:a="http://schemas.openxmlformats.org/drawingml/2006/main" prst="rect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8" name="hist-user-1">
            <a:extLst xmlns:a="http://schemas.openxmlformats.org/drawingml/2006/main">
              <a:ext uri="{FF2B5EF4-FFF2-40B4-BE49-F238E27FC236}">
                <a16:creationId xmlns:a16="http://schemas.microsoft.com/office/drawing/2014/main" id="{0AAF9A09-E119-4DAE-91A4-B6F2A8D1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"/>
            <a:ext cx="114300" cy="11430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7A22A"/>
            </a:solidFill>
          </a:ln>
        </p:spPr>
      </p:sp>
      <p:sp>
        <p:nvSpPr>
          <p:cNvPr id="9" name="hist-user-label-1">
            <a:extLst xmlns:a="http://schemas.openxmlformats.org/drawingml/2006/main">
              <a:ext uri="{FF2B5EF4-FFF2-40B4-BE49-F238E27FC236}">
                <a16:creationId xmlns:a16="http://schemas.microsoft.com/office/drawing/2014/main" id="{77C98AC0-6855-4A0F-A1BC-A2A35531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228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u2</a:t>
            </a:r>
          </a:p>
        </p:txBody>
      </p:sp>
      <p:sp>
        <p:nvSpPr>
          <p:cNvPr id="10" name="hist-avatar-1">
            <a:extLst xmlns:a="http://schemas.openxmlformats.org/drawingml/2006/main">
              <a:ext uri="{FF2B5EF4-FFF2-40B4-BE49-F238E27FC236}">
                <a16:creationId xmlns:a16="http://schemas.microsoft.com/office/drawing/2014/main" id="{A373F6AE-602F-4B4E-B287-85486341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6250"/>
            <a:ext cx="171450" cy="171450"/>
          </a:xfrm>
          <a:prstGeom xmlns:a="http://schemas.openxmlformats.org/drawingml/2006/main" prst="ellips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1" name="hist-avatar-body-1">
            <a:extLst xmlns:a="http://schemas.openxmlformats.org/drawingml/2006/main">
              <a:ext uri="{FF2B5EF4-FFF2-40B4-BE49-F238E27FC236}">
                <a16:creationId xmlns:a16="http://schemas.microsoft.com/office/drawing/2014/main" id="{9A776D59-E07D-4FF9-AC63-15743AE2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8175"/>
            <a:ext cx="228600" cy="152400"/>
          </a:xfrm>
          <a:prstGeom xmlns:a="http://schemas.openxmlformats.org/drawingml/2006/main" prst="rect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2" name="hist-user-2">
            <a:extLst xmlns:a="http://schemas.openxmlformats.org/drawingml/2006/main">
              <a:ext uri="{FF2B5EF4-FFF2-40B4-BE49-F238E27FC236}">
                <a16:creationId xmlns:a16="http://schemas.microsoft.com/office/drawing/2014/main" id="{6B63F02A-E976-4FB9-B24F-4C49672A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781050"/>
            <a:ext cx="114300" cy="11430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7A22A"/>
            </a:solidFill>
          </a:ln>
        </p:spPr>
      </p:sp>
      <p:sp>
        <p:nvSpPr>
          <p:cNvPr id="13" name="hist-user-label-2">
            <a:extLst xmlns:a="http://schemas.openxmlformats.org/drawingml/2006/main">
              <a:ext uri="{FF2B5EF4-FFF2-40B4-BE49-F238E27FC236}">
                <a16:creationId xmlns:a16="http://schemas.microsoft.com/office/drawing/2014/main" id="{77A62801-D6A7-4E1F-B8C8-F832C6CB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952500"/>
            <a:ext cx="228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u3</a:t>
            </a:r>
          </a:p>
        </p:txBody>
      </p:sp>
      <p:sp>
        <p:nvSpPr>
          <p:cNvPr id="14" name="hist-avatar-2">
            <a:extLst xmlns:a="http://schemas.openxmlformats.org/drawingml/2006/main">
              <a:ext uri="{FF2B5EF4-FFF2-40B4-BE49-F238E27FC236}">
                <a16:creationId xmlns:a16="http://schemas.microsoft.com/office/drawing/2014/main" id="{BE1421CB-76E4-4A5B-A163-47DF6C39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6250"/>
            <a:ext cx="171450" cy="171450"/>
          </a:xfrm>
          <a:prstGeom xmlns:a="http://schemas.openxmlformats.org/drawingml/2006/main" prst="ellips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5" name="hist-avatar-body-2">
            <a:extLst xmlns:a="http://schemas.openxmlformats.org/drawingml/2006/main">
              <a:ext uri="{FF2B5EF4-FFF2-40B4-BE49-F238E27FC236}">
                <a16:creationId xmlns:a16="http://schemas.microsoft.com/office/drawing/2014/main" id="{788041BE-D9CD-4C0D-A139-E4C60004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38175"/>
            <a:ext cx="228600" cy="152400"/>
          </a:xfrm>
          <a:prstGeom xmlns:a="http://schemas.openxmlformats.org/drawingml/2006/main" prst="rect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6" name="hist-user-3">
            <a:extLst xmlns:a="http://schemas.openxmlformats.org/drawingml/2006/main">
              <a:ext uri="{FF2B5EF4-FFF2-40B4-BE49-F238E27FC236}">
                <a16:creationId xmlns:a16="http://schemas.microsoft.com/office/drawing/2014/main" id="{2DD7D624-CF32-4275-ACF0-3E3AD14B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781050"/>
            <a:ext cx="114300" cy="11430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7A22A"/>
            </a:solidFill>
          </a:ln>
        </p:spPr>
      </p:sp>
      <p:sp>
        <p:nvSpPr>
          <p:cNvPr id="17" name="hist-user-label-3">
            <a:extLst xmlns:a="http://schemas.openxmlformats.org/drawingml/2006/main">
              <a:ext uri="{FF2B5EF4-FFF2-40B4-BE49-F238E27FC236}">
                <a16:creationId xmlns:a16="http://schemas.microsoft.com/office/drawing/2014/main" id="{65C1502B-B5C2-492D-9CB6-E33868F3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52500"/>
            <a:ext cx="228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up</a:t>
            </a:r>
          </a:p>
        </p:txBody>
      </p:sp>
      <p:sp>
        <p:nvSpPr>
          <p:cNvPr id="18" name="hist-avatar-3">
            <a:extLst xmlns:a="http://schemas.openxmlformats.org/drawingml/2006/main">
              <a:ext uri="{FF2B5EF4-FFF2-40B4-BE49-F238E27FC236}">
                <a16:creationId xmlns:a16="http://schemas.microsoft.com/office/drawing/2014/main" id="{9EC3BA76-CDC6-4498-BBDD-739B56C8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76250"/>
            <a:ext cx="171450" cy="171450"/>
          </a:xfrm>
          <a:prstGeom xmlns:a="http://schemas.openxmlformats.org/drawingml/2006/main" prst="ellips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9" name="hist-avatar-body-3">
            <a:extLst xmlns:a="http://schemas.openxmlformats.org/drawingml/2006/main">
              <a:ext uri="{FF2B5EF4-FFF2-40B4-BE49-F238E27FC236}">
                <a16:creationId xmlns:a16="http://schemas.microsoft.com/office/drawing/2014/main" id="{1818EA17-AAEF-4001-A610-76A9B0E4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38175"/>
            <a:ext cx="228600" cy="152400"/>
          </a:xfrm>
          <a:prstGeom xmlns:a="http://schemas.openxmlformats.org/drawingml/2006/main" prst="rect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0" name="hist-user-ellipsis">
            <a:extLst xmlns:a="http://schemas.openxmlformats.org/drawingml/2006/main">
              <a:ext uri="{FF2B5EF4-FFF2-40B4-BE49-F238E27FC236}">
                <a16:creationId xmlns:a16="http://schemas.microsoft.com/office/drawing/2014/main" id="{6E30F263-AD07-4A86-B177-7AA59A2E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81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21" name="hist-item-0">
            <a:extLst xmlns:a="http://schemas.openxmlformats.org/drawingml/2006/main">
              <a:ext uri="{FF2B5EF4-FFF2-40B4-BE49-F238E27FC236}">
                <a16:creationId xmlns:a16="http://schemas.microsoft.com/office/drawing/2014/main" id="{6AE7FC0A-BD51-413F-AE70-EEE70E4D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62100"/>
            <a:ext cx="114300" cy="11430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22" name="hist-item-label-0">
            <a:extLst xmlns:a="http://schemas.openxmlformats.org/drawingml/2006/main">
              <a:ext uri="{FF2B5EF4-FFF2-40B4-BE49-F238E27FC236}">
                <a16:creationId xmlns:a16="http://schemas.microsoft.com/office/drawing/2014/main" id="{CBF38AE7-A25D-42ED-8B10-344ABE4E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33550"/>
            <a:ext cx="228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i1</a:t>
            </a:r>
          </a:p>
        </p:txBody>
      </p:sp>
      <p:sp>
        <p:nvSpPr>
          <p:cNvPr id="23" name="hist-item-1">
            <a:extLst xmlns:a="http://schemas.openxmlformats.org/drawingml/2006/main">
              <a:ext uri="{FF2B5EF4-FFF2-40B4-BE49-F238E27FC236}">
                <a16:creationId xmlns:a16="http://schemas.microsoft.com/office/drawing/2014/main" id="{247B3F71-7DAA-4463-B7FD-35B39515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114300" cy="11430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24" name="hist-item-label-1">
            <a:extLst xmlns:a="http://schemas.openxmlformats.org/drawingml/2006/main">
              <a:ext uri="{FF2B5EF4-FFF2-40B4-BE49-F238E27FC236}">
                <a16:creationId xmlns:a16="http://schemas.microsoft.com/office/drawing/2014/main" id="{F648ABE8-944D-4B98-BA33-A366510F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228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i2</a:t>
            </a:r>
          </a:p>
        </p:txBody>
      </p:sp>
      <p:sp>
        <p:nvSpPr>
          <p:cNvPr id="25" name="hist-item-2">
            <a:extLst xmlns:a="http://schemas.openxmlformats.org/drawingml/2006/main">
              <a:ext uri="{FF2B5EF4-FFF2-40B4-BE49-F238E27FC236}">
                <a16:creationId xmlns:a16="http://schemas.microsoft.com/office/drawing/2014/main" id="{EDD816ED-0A6B-414B-B371-DE572EDA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562100"/>
            <a:ext cx="114300" cy="11430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26" name="hist-item-label-2">
            <a:extLst xmlns:a="http://schemas.openxmlformats.org/drawingml/2006/main">
              <a:ext uri="{FF2B5EF4-FFF2-40B4-BE49-F238E27FC236}">
                <a16:creationId xmlns:a16="http://schemas.microsoft.com/office/drawing/2014/main" id="{B5AFFCCE-38F0-42BF-96DF-E92A2787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733550"/>
            <a:ext cx="228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i3</a:t>
            </a:r>
          </a:p>
        </p:txBody>
      </p:sp>
      <p:sp>
        <p:nvSpPr>
          <p:cNvPr id="27" name="hist-item-3">
            <a:extLst xmlns:a="http://schemas.openxmlformats.org/drawingml/2006/main">
              <a:ext uri="{FF2B5EF4-FFF2-40B4-BE49-F238E27FC236}">
                <a16:creationId xmlns:a16="http://schemas.microsoft.com/office/drawing/2014/main" id="{BE6430BE-F154-4710-851A-5C9BE22A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62100"/>
            <a:ext cx="114300" cy="11430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28" name="hist-item-label-3">
            <a:extLst xmlns:a="http://schemas.openxmlformats.org/drawingml/2006/main">
              <a:ext uri="{FF2B5EF4-FFF2-40B4-BE49-F238E27FC236}">
                <a16:creationId xmlns:a16="http://schemas.microsoft.com/office/drawing/2014/main" id="{86DB023B-7944-4BD9-8193-75A3C286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33550"/>
            <a:ext cx="228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iq</a:t>
            </a:r>
          </a:p>
        </p:txBody>
      </p:sp>
      <p:sp>
        <p:nvSpPr>
          <p:cNvPr id="29" name="hist-item-ellipsis">
            <a:extLst xmlns:a="http://schemas.openxmlformats.org/drawingml/2006/main">
              <a:ext uri="{FF2B5EF4-FFF2-40B4-BE49-F238E27FC236}">
                <a16:creationId xmlns:a16="http://schemas.microsoft.com/office/drawing/2014/main" id="{06E6927E-4565-45B1-8AF1-4BB95763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53352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30" name="hist-interact-0">
            <a:extLst xmlns:a="http://schemas.openxmlformats.org/drawingml/2006/main">
              <a:ext uri="{FF2B5EF4-FFF2-40B4-BE49-F238E27FC236}">
                <a16:creationId xmlns:a16="http://schemas.microsoft.com/office/drawing/2014/main" id="{3C7089BF-1915-4BFA-B47B-D569BF90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95350"/>
            <a:ext cx="9525" cy="66675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222222"/>
            </a:solidFill>
          </a:ln>
        </p:spPr>
      </p:sp>
      <p:sp>
        <p:nvSpPr>
          <p:cNvPr id="31" name="hist-interact-1">
            <a:extLst xmlns:a="http://schemas.openxmlformats.org/drawingml/2006/main">
              <a:ext uri="{FF2B5EF4-FFF2-40B4-BE49-F238E27FC236}">
                <a16:creationId xmlns:a16="http://schemas.microsoft.com/office/drawing/2014/main" id="{FACDE563-41A9-44D0-B085-C49EFB3D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95350"/>
            <a:ext cx="971550" cy="66675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222222"/>
            </a:solidFill>
          </a:ln>
        </p:spPr>
      </p:sp>
      <p:sp>
        <p:nvSpPr>
          <p:cNvPr id="32" name="hist-interact-2">
            <a:extLst xmlns:a="http://schemas.openxmlformats.org/drawingml/2006/main">
              <a:ext uri="{FF2B5EF4-FFF2-40B4-BE49-F238E27FC236}">
                <a16:creationId xmlns:a16="http://schemas.microsoft.com/office/drawing/2014/main" id="{26A8A7FD-45D9-4AD3-99AE-30717147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95350"/>
            <a:ext cx="485775" cy="66675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222222"/>
            </a:solidFill>
          </a:ln>
        </p:spPr>
      </p:sp>
      <p:sp>
        <p:nvSpPr>
          <p:cNvPr id="33" name="hist-interact-3">
            <a:extLst xmlns:a="http://schemas.openxmlformats.org/drawingml/2006/main">
              <a:ext uri="{FF2B5EF4-FFF2-40B4-BE49-F238E27FC236}">
                <a16:creationId xmlns:a16="http://schemas.microsoft.com/office/drawing/2014/main" id="{1C8D8952-F994-43C1-8DD3-B98C776E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485775" cy="66675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222222"/>
            </a:solidFill>
          </a:ln>
        </p:spPr>
      </p:sp>
      <p:sp>
        <p:nvSpPr>
          <p:cNvPr id="34" name="hist-interact-4">
            <a:extLst xmlns:a="http://schemas.openxmlformats.org/drawingml/2006/main">
              <a:ext uri="{FF2B5EF4-FFF2-40B4-BE49-F238E27FC236}">
                <a16:creationId xmlns:a16="http://schemas.microsoft.com/office/drawing/2014/main" id="{AC8BF91A-85BC-4B4D-93FF-42AB0A12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352550" cy="66675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222222"/>
            </a:solidFill>
          </a:ln>
        </p:spPr>
      </p:sp>
      <p:sp>
        <p:nvSpPr>
          <p:cNvPr id="35" name="hist-interact-5">
            <a:extLst xmlns:a="http://schemas.openxmlformats.org/drawingml/2006/main">
              <a:ext uri="{FF2B5EF4-FFF2-40B4-BE49-F238E27FC236}">
                <a16:creationId xmlns:a16="http://schemas.microsoft.com/office/drawing/2014/main" id="{1AF86B50-7256-4637-B06E-E4B7DA78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485775" cy="66675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222222"/>
            </a:solidFill>
          </a:ln>
        </p:spPr>
      </p:sp>
      <p:sp>
        <p:nvSpPr>
          <p:cNvPr id="36" name="hist-interact-6">
            <a:extLst xmlns:a="http://schemas.openxmlformats.org/drawingml/2006/main">
              <a:ext uri="{FF2B5EF4-FFF2-40B4-BE49-F238E27FC236}">
                <a16:creationId xmlns:a16="http://schemas.microsoft.com/office/drawing/2014/main" id="{1F7BFA62-570C-40D9-BC5D-D2C8E018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895350"/>
            <a:ext cx="866775" cy="66675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222222"/>
            </a:solidFill>
          </a:ln>
        </p:spPr>
      </p:sp>
      <p:sp>
        <p:nvSpPr>
          <p:cNvPr id="37" name="hist-interact-7">
            <a:extLst xmlns:a="http://schemas.openxmlformats.org/drawingml/2006/main">
              <a:ext uri="{FF2B5EF4-FFF2-40B4-BE49-F238E27FC236}">
                <a16:creationId xmlns:a16="http://schemas.microsoft.com/office/drawing/2014/main" id="{53F2F628-566F-4E87-8792-484A58DD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352550" cy="66675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222222"/>
            </a:solidFill>
          </a:ln>
        </p:spPr>
      </p:sp>
      <p:sp>
        <p:nvSpPr>
          <p:cNvPr id="38" name="item-backpack">
            <a:extLst xmlns:a="http://schemas.openxmlformats.org/drawingml/2006/main">
              <a:ext uri="{FF2B5EF4-FFF2-40B4-BE49-F238E27FC236}">
                <a16:creationId xmlns:a16="http://schemas.microsoft.com/office/drawing/2014/main" id="{59A2CF3C-24F0-4837-9155-E6210045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00025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8A55CC"/>
            </a:solidFill>
          </a:ln>
        </p:spPr>
      </p:sp>
      <p:sp>
        <p:nvSpPr>
          <p:cNvPr id="39" name="item-globe">
            <a:extLst xmlns:a="http://schemas.openxmlformats.org/drawingml/2006/main">
              <a:ext uri="{FF2B5EF4-FFF2-40B4-BE49-F238E27FC236}">
                <a16:creationId xmlns:a16="http://schemas.microsoft.com/office/drawing/2014/main" id="{2941BC3F-A318-4DC5-817D-8175E176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9775"/>
            <a:ext cx="228600" cy="22860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3D9148"/>
            </a:solidFill>
          </a:ln>
        </p:spPr>
      </p:sp>
      <p:sp>
        <p:nvSpPr>
          <p:cNvPr id="40" name="item-tool">
            <a:extLst xmlns:a="http://schemas.openxmlformats.org/drawingml/2006/main">
              <a:ext uri="{FF2B5EF4-FFF2-40B4-BE49-F238E27FC236}">
                <a16:creationId xmlns:a16="http://schemas.microsoft.com/office/drawing/2014/main" id="{DAD017AE-1653-47BD-9365-DF0875DE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00250"/>
            <a:ext cx="219075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28A2E"/>
            </a:solidFill>
          </a:ln>
        </p:spPr>
      </p:sp>
      <p:sp>
        <p:nvSpPr>
          <p:cNvPr id="41" name="item-screen">
            <a:extLst xmlns:a="http://schemas.openxmlformats.org/drawingml/2006/main">
              <a:ext uri="{FF2B5EF4-FFF2-40B4-BE49-F238E27FC236}">
                <a16:creationId xmlns:a16="http://schemas.microsoft.com/office/drawing/2014/main" id="{2C11DBA7-51F5-44DD-9C74-717EF982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00250"/>
            <a:ext cx="266700" cy="21907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2" name="hist-legend">
            <a:extLst xmlns:a="http://schemas.openxmlformats.org/drawingml/2006/main">
              <a:ext uri="{FF2B5EF4-FFF2-40B4-BE49-F238E27FC236}">
                <a16:creationId xmlns:a16="http://schemas.microsoft.com/office/drawing/2014/main" id="{6A305FF0-F0DB-4CB0-95AB-C4C76A8E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533650"/>
            <a:ext cx="236220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9525">
            <a:solidFill>
              <a:srgbClr val="444444"/>
            </a:solidFill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User        Item        Interact</a:t>
            </a:r>
          </a:p>
        </p:txBody>
      </p:sp>
      <p:sp>
        <p:nvSpPr>
          <p:cNvPr id="43" name="legend-user">
            <a:extLst xmlns:a="http://schemas.openxmlformats.org/drawingml/2006/main">
              <a:ext uri="{FF2B5EF4-FFF2-40B4-BE49-F238E27FC236}">
                <a16:creationId xmlns:a16="http://schemas.microsoft.com/office/drawing/2014/main" id="{32622F1C-BA24-4627-A618-6FD746E3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638425"/>
            <a:ext cx="114300" cy="11430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7A22A"/>
            </a:solidFill>
          </a:ln>
        </p:spPr>
      </p:sp>
      <p:sp>
        <p:nvSpPr>
          <p:cNvPr id="44" name="legend-item">
            <a:extLst xmlns:a="http://schemas.openxmlformats.org/drawingml/2006/main">
              <a:ext uri="{FF2B5EF4-FFF2-40B4-BE49-F238E27FC236}">
                <a16:creationId xmlns:a16="http://schemas.microsoft.com/office/drawing/2014/main" id="{0CAAC572-7638-4159-941F-0C4FED30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38425"/>
            <a:ext cx="114300" cy="11430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45" name="legend-interact">
            <a:extLst xmlns:a="http://schemas.openxmlformats.org/drawingml/2006/main">
              <a:ext uri="{FF2B5EF4-FFF2-40B4-BE49-F238E27FC236}">
                <a16:creationId xmlns:a16="http://schemas.microsoft.com/office/drawing/2014/main" id="{713ED237-7DAF-4472-937E-FF4273D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95575"/>
            <a:ext cx="2476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46" name="section-multimodal-beit3-content">
            <a:extLst xmlns:a="http://schemas.openxmlformats.org/drawingml/2006/main">
              <a:ext uri="{FF2B5EF4-FFF2-40B4-BE49-F238E27FC236}">
                <a16:creationId xmlns:a16="http://schemas.microsoft.com/office/drawing/2014/main" id="{862E8585-B0C4-4E44-B075-F219FD1E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0289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Multimodal &amp; BEiT3 Content</a:t>
            </a:r>
          </a:p>
        </p:txBody>
      </p:sp>
      <p:sp>
        <p:nvSpPr>
          <p:cNvPr id="47" name="input-image-panel">
            <a:extLst xmlns:a="http://schemas.openxmlformats.org/drawingml/2006/main">
              <a:ext uri="{FF2B5EF4-FFF2-40B4-BE49-F238E27FC236}">
                <a16:creationId xmlns:a16="http://schemas.microsoft.com/office/drawing/2014/main" id="{46D38A6C-B4DF-459C-A7E5-8E897E48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09950"/>
            <a:ext cx="2352675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12383">
            <a:solidFill>
              <a:srgbClr val="8AAEF8"/>
            </a:solidFill>
          </a:ln>
        </p:spPr>
      </p:sp>
      <p:sp>
        <p:nvSpPr>
          <p:cNvPr id="48" name="input-image-title">
            <a:extLst xmlns:a="http://schemas.openxmlformats.org/drawingml/2006/main">
              <a:ext uri="{FF2B5EF4-FFF2-40B4-BE49-F238E27FC236}">
                <a16:creationId xmlns:a16="http://schemas.microsoft.com/office/drawing/2014/main" id="{6D4AC21F-50F9-457B-95EF-F02F6ED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F6FD6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2F6FD6"/>
                </a:solidFill>
                <a:latin typeface="Georgia"/>
                <a:ea typeface="Georgia"/>
                <a:cs typeface="Georgia"/>
              </a:rPr>
              <a:t>Image</a:t>
            </a:r>
          </a:p>
        </p:txBody>
      </p:sp>
      <p:sp>
        <p:nvSpPr>
          <p:cNvPr id="49" name="image-token-0">
            <a:extLst xmlns:a="http://schemas.openxmlformats.org/drawingml/2006/main">
              <a:ext uri="{FF2B5EF4-FFF2-40B4-BE49-F238E27FC236}">
                <a16:creationId xmlns:a16="http://schemas.microsoft.com/office/drawing/2014/main" id="{7BEF060D-0F18-4DBD-A246-32D9DF50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2427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7620">
            <a:solidFill>
              <a:srgbClr val="333333"/>
            </a:solidFill>
          </a:ln>
        </p:spPr>
      </p:sp>
      <p:sp>
        <p:nvSpPr>
          <p:cNvPr id="50" name="image-token-1">
            <a:extLst xmlns:a="http://schemas.openxmlformats.org/drawingml/2006/main">
              <a:ext uri="{FF2B5EF4-FFF2-40B4-BE49-F238E27FC236}">
                <a16:creationId xmlns:a16="http://schemas.microsoft.com/office/drawing/2014/main" id="{3E42D2E9-C061-4DE3-9718-23B6015F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238125" cy="228600"/>
          </a:xfrm>
          <a:prstGeom xmlns:a="http://schemas.openxmlformats.org/drawingml/2006/main" prst="ellipse">
            <a:avLst/>
          </a:prstGeom>
          <a:ln xmlns:a="http://schemas.openxmlformats.org/drawingml/2006/main" w="7620">
            <a:solidFill>
              <a:srgbClr val="333333"/>
            </a:solidFill>
          </a:ln>
        </p:spPr>
      </p:sp>
      <p:sp>
        <p:nvSpPr>
          <p:cNvPr id="51" name="image-token-2">
            <a:extLst xmlns:a="http://schemas.openxmlformats.org/drawingml/2006/main">
              <a:ext uri="{FF2B5EF4-FFF2-40B4-BE49-F238E27FC236}">
                <a16:creationId xmlns:a16="http://schemas.microsoft.com/office/drawing/2014/main" id="{B50E1F27-3D48-4B1F-ADE2-456BBBF7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2427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7620">
            <a:solidFill>
              <a:srgbClr val="333333"/>
            </a:solidFill>
          </a:ln>
        </p:spPr>
      </p:sp>
      <p:sp>
        <p:nvSpPr>
          <p:cNvPr id="52" name="image-token-3">
            <a:extLst xmlns:a="http://schemas.openxmlformats.org/drawingml/2006/main">
              <a:ext uri="{FF2B5EF4-FFF2-40B4-BE49-F238E27FC236}">
                <a16:creationId xmlns:a16="http://schemas.microsoft.com/office/drawing/2014/main" id="{FF839626-BBA2-4557-8398-BF5F5461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2427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7620">
            <a:solidFill>
              <a:srgbClr val="333333"/>
            </a:solidFill>
          </a:ln>
        </p:spPr>
      </p:sp>
      <p:sp>
        <p:nvSpPr>
          <p:cNvPr id="53" name="image-more">
            <a:extLst xmlns:a="http://schemas.openxmlformats.org/drawingml/2006/main">
              <a:ext uri="{FF2B5EF4-FFF2-40B4-BE49-F238E27FC236}">
                <a16:creationId xmlns:a16="http://schemas.microsoft.com/office/drawing/2014/main" id="{87531E26-8E2B-4BF8-8CAC-89EC8C4B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33800"/>
            <a:ext cx="333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54" name="input-text-panel">
            <a:extLst xmlns:a="http://schemas.openxmlformats.org/drawingml/2006/main">
              <a:ext uri="{FF2B5EF4-FFF2-40B4-BE49-F238E27FC236}">
                <a16:creationId xmlns:a16="http://schemas.microsoft.com/office/drawing/2014/main" id="{E2DC8FB8-83E1-40B1-87AB-86AD2D89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10050"/>
            <a:ext cx="2352675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12383">
            <a:solidFill>
              <a:srgbClr val="8AAEF8"/>
            </a:solidFill>
          </a:ln>
        </p:spPr>
      </p:sp>
      <p:sp>
        <p:nvSpPr>
          <p:cNvPr id="55" name="input-text-title">
            <a:extLst xmlns:a="http://schemas.openxmlformats.org/drawingml/2006/main">
              <a:ext uri="{FF2B5EF4-FFF2-40B4-BE49-F238E27FC236}">
                <a16:creationId xmlns:a16="http://schemas.microsoft.com/office/drawing/2014/main" id="{4EDFF895-5A1A-4BF1-8155-05C53B7B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76725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F6FD6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2F6FD6"/>
                </a:solidFill>
                <a:latin typeface="Georgia"/>
                <a:ea typeface="Georgia"/>
                <a:cs typeface="Georgia"/>
              </a:rPr>
              <a:t>Text</a:t>
            </a:r>
          </a:p>
        </p:txBody>
      </p:sp>
      <p:sp>
        <p:nvSpPr>
          <p:cNvPr id="56" name="input-text-box">
            <a:extLst xmlns:a="http://schemas.openxmlformats.org/drawingml/2006/main">
              <a:ext uri="{FF2B5EF4-FFF2-40B4-BE49-F238E27FC236}">
                <a16:creationId xmlns:a16="http://schemas.microsoft.com/office/drawing/2014/main" id="{23A5080C-906B-4662-B0CF-FEE98C94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52950"/>
            <a:ext cx="1866900" cy="342900"/>
          </a:xfrm>
          <a:prstGeom xmlns:a="http://schemas.openxmlformats.org/drawingml/2006/main" prst="roundRect">
            <a:avLst>
              <a:gd name="adj" fmla="val 22222"/>
            </a:avLst>
          </a:prstGeom>
          <a:ln xmlns:a="http://schemas.openxmlformats.org/drawingml/2006/main" w="9525">
            <a:solidFill>
              <a:srgbClr val="C8C8C8"/>
            </a:solidFill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"Lightweight travel backpack"</a:t>
            </a:r>
          </a:p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"Durable and water-resistant"</a:t>
            </a:r>
          </a:p>
        </p:txBody>
      </p:sp>
      <p:sp>
        <p:nvSpPr>
          <p:cNvPr id="57" name="text-more">
            <a:extLst xmlns:a="http://schemas.openxmlformats.org/drawingml/2006/main">
              <a:ext uri="{FF2B5EF4-FFF2-40B4-BE49-F238E27FC236}">
                <a16:creationId xmlns:a16="http://schemas.microsoft.com/office/drawing/2014/main" id="{875869C2-E759-4482-BB4E-0D7D6913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10100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58" name="input-beit3-panel">
            <a:extLst xmlns:a="http://schemas.openxmlformats.org/drawingml/2006/main">
              <a:ext uri="{FF2B5EF4-FFF2-40B4-BE49-F238E27FC236}">
                <a16:creationId xmlns:a16="http://schemas.microsoft.com/office/drawing/2014/main" id="{E4200833-A959-4AC3-AADC-495440FB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67300"/>
            <a:ext cx="2352675" cy="781050"/>
          </a:xfrm>
          <a:prstGeom xmlns:a="http://schemas.openxmlformats.org/drawingml/2006/main" prst="roundRect">
            <a:avLst>
              <a:gd name="adj" fmla="val 9756"/>
            </a:avLst>
          </a:prstGeom>
          <a:ln xmlns:a="http://schemas.openxmlformats.org/drawingml/2006/main" w="12383">
            <a:solidFill>
              <a:srgbClr val="C8A8F0"/>
            </a:solidFill>
          </a:ln>
        </p:spPr>
      </p:sp>
      <p:sp>
        <p:nvSpPr>
          <p:cNvPr id="59" name="input-beit3-title">
            <a:extLst xmlns:a="http://schemas.openxmlformats.org/drawingml/2006/main">
              <a:ext uri="{FF2B5EF4-FFF2-40B4-BE49-F238E27FC236}">
                <a16:creationId xmlns:a16="http://schemas.microsoft.com/office/drawing/2014/main" id="{2804F850-3E8F-4EB7-A299-AE9B8ACA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33975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8A55CC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A55CC"/>
                </a:solidFill>
                <a:latin typeface="Georgia"/>
                <a:ea typeface="Georgia"/>
                <a:cs typeface="Georgia"/>
              </a:rPr>
              <a:t>BEiT3 Joint-Semantics</a:t>
            </a:r>
          </a:p>
        </p:txBody>
      </p:sp>
      <p:sp>
        <p:nvSpPr>
          <p:cNvPr id="60" name="doc-icon">
            <a:extLst xmlns:a="http://schemas.openxmlformats.org/drawingml/2006/main">
              <a:ext uri="{FF2B5EF4-FFF2-40B4-BE49-F238E27FC236}">
                <a16:creationId xmlns:a16="http://schemas.microsoft.com/office/drawing/2014/main" id="{FF669017-01F7-40C3-9485-24E7D57E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10200"/>
            <a:ext cx="295275" cy="33337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61" name="photo-icon">
            <a:extLst xmlns:a="http://schemas.openxmlformats.org/drawingml/2006/main">
              <a:ext uri="{FF2B5EF4-FFF2-40B4-BE49-F238E27FC236}">
                <a16:creationId xmlns:a16="http://schemas.microsoft.com/office/drawing/2014/main" id="{4055BCF8-7104-449A-B735-18241EB0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10200"/>
            <a:ext cx="371475" cy="29527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62" name="beit3-doc-arrow">
            <a:extLst xmlns:a="http://schemas.openxmlformats.org/drawingml/2006/main">
              <a:ext uri="{FF2B5EF4-FFF2-40B4-BE49-F238E27FC236}">
                <a16:creationId xmlns:a16="http://schemas.microsoft.com/office/drawing/2014/main" id="{D7B00E12-DF5F-4E63-84B1-D99990DB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76250" cy="952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63" name="beit3-doc-arrow-head">
            <a:extLst xmlns:a="http://schemas.openxmlformats.org/drawingml/2006/main">
              <a:ext uri="{FF2B5EF4-FFF2-40B4-BE49-F238E27FC236}">
                <a16:creationId xmlns:a16="http://schemas.microsoft.com/office/drawing/2014/main" id="{41757570-F6EE-4CCA-8EFC-1F0F8C60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78596">
            <a:off x="1123950" y="56197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64" name="beit3-photo-arrow">
            <a:extLst xmlns:a="http://schemas.openxmlformats.org/drawingml/2006/main">
              <a:ext uri="{FF2B5EF4-FFF2-40B4-BE49-F238E27FC236}">
                <a16:creationId xmlns:a16="http://schemas.microsoft.com/office/drawing/2014/main" id="{9D9BBD78-D07C-4A78-A116-443A91E3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562600"/>
            <a:ext cx="266700" cy="952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65" name="beit3-photo-arrow-head">
            <a:extLst xmlns:a="http://schemas.openxmlformats.org/drawingml/2006/main">
              <a:ext uri="{FF2B5EF4-FFF2-40B4-BE49-F238E27FC236}">
                <a16:creationId xmlns:a16="http://schemas.microsoft.com/office/drawing/2014/main" id="{B9A2E321-443E-4EB6-9940-B5BCAD22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20771">
            <a:off x="1400175" y="56197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66" name="beit3-signal-0">
            <a:extLst xmlns:a="http://schemas.openxmlformats.org/drawingml/2006/main">
              <a:ext uri="{FF2B5EF4-FFF2-40B4-BE49-F238E27FC236}">
                <a16:creationId xmlns:a16="http://schemas.microsoft.com/office/drawing/2014/main" id="{BED16CF9-1A5C-4CD9-914E-67DE49BF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34050"/>
            <a:ext cx="190500" cy="171450"/>
          </a:xfrm>
          <a:prstGeom xmlns:a="http://schemas.openxmlformats.org/drawingml/2006/main" prst="rect">
            <a:avLst/>
          </a:prstGeom>
          <a:ln xmlns:a="http://schemas.openxmlformats.org/drawingml/2006/main" w="8573">
            <a:solidFill>
              <a:srgbClr val="8A55CC"/>
            </a:solidFill>
          </a:ln>
        </p:spPr>
      </p:sp>
      <p:sp>
        <p:nvSpPr>
          <p:cNvPr id="67" name="beit3-signal-1">
            <a:extLst xmlns:a="http://schemas.openxmlformats.org/drawingml/2006/main">
              <a:ext uri="{FF2B5EF4-FFF2-40B4-BE49-F238E27FC236}">
                <a16:creationId xmlns:a16="http://schemas.microsoft.com/office/drawing/2014/main" id="{DFAB7EF8-8405-480B-A86B-5F326B59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734050"/>
            <a:ext cx="190500" cy="171450"/>
          </a:xfrm>
          <a:prstGeom xmlns:a="http://schemas.openxmlformats.org/drawingml/2006/main" prst="rect">
            <a:avLst/>
          </a:prstGeom>
          <a:ln xmlns:a="http://schemas.openxmlformats.org/drawingml/2006/main" w="8573">
            <a:solidFill>
              <a:srgbClr val="8A55CC"/>
            </a:solidFill>
          </a:ln>
        </p:spPr>
      </p:sp>
      <p:sp>
        <p:nvSpPr>
          <p:cNvPr id="68" name="beit3-signal-2">
            <a:extLst xmlns:a="http://schemas.openxmlformats.org/drawingml/2006/main">
              <a:ext uri="{FF2B5EF4-FFF2-40B4-BE49-F238E27FC236}">
                <a16:creationId xmlns:a16="http://schemas.microsoft.com/office/drawing/2014/main" id="{AD89D14F-2972-425D-996D-D18FBFDC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734050"/>
            <a:ext cx="190500" cy="171450"/>
          </a:xfrm>
          <a:prstGeom xmlns:a="http://schemas.openxmlformats.org/drawingml/2006/main" prst="rect">
            <a:avLst/>
          </a:prstGeom>
          <a:ln xmlns:a="http://schemas.openxmlformats.org/drawingml/2006/main" w="8573">
            <a:solidFill>
              <a:srgbClr val="8A55CC"/>
            </a:solidFill>
          </a:ln>
        </p:spPr>
      </p:sp>
      <p:sp>
        <p:nvSpPr>
          <p:cNvPr id="69" name="beit3-signal-3">
            <a:extLst xmlns:a="http://schemas.openxmlformats.org/drawingml/2006/main">
              <a:ext uri="{FF2B5EF4-FFF2-40B4-BE49-F238E27FC236}">
                <a16:creationId xmlns:a16="http://schemas.microsoft.com/office/drawing/2014/main" id="{C3710A9B-45A2-47D6-BB67-5551AA24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734050"/>
            <a:ext cx="190500" cy="171450"/>
          </a:xfrm>
          <a:prstGeom xmlns:a="http://schemas.openxmlformats.org/drawingml/2006/main" prst="rect">
            <a:avLst/>
          </a:prstGeom>
          <a:ln xmlns:a="http://schemas.openxmlformats.org/drawingml/2006/main" w="8573">
            <a:solidFill>
              <a:srgbClr val="8A55CC"/>
            </a:solidFill>
          </a:ln>
        </p:spPr>
      </p:sp>
      <p:sp>
        <p:nvSpPr>
          <p:cNvPr id="70" name="beit3-signal-4">
            <a:extLst xmlns:a="http://schemas.openxmlformats.org/drawingml/2006/main">
              <a:ext uri="{FF2B5EF4-FFF2-40B4-BE49-F238E27FC236}">
                <a16:creationId xmlns:a16="http://schemas.microsoft.com/office/drawing/2014/main" id="{4ACEDFE0-4319-4BDF-BB2D-78660715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734050"/>
            <a:ext cx="190500" cy="171450"/>
          </a:xfrm>
          <a:prstGeom xmlns:a="http://schemas.openxmlformats.org/drawingml/2006/main" prst="rect">
            <a:avLst/>
          </a:prstGeom>
          <a:ln xmlns:a="http://schemas.openxmlformats.org/drawingml/2006/main" w="8573">
            <a:solidFill>
              <a:srgbClr val="8A55CC"/>
            </a:solidFill>
          </a:ln>
        </p:spPr>
      </p:sp>
      <p:sp>
        <p:nvSpPr>
          <p:cNvPr id="71" name="beit3-signal-label">
            <a:extLst xmlns:a="http://schemas.openxmlformats.org/drawingml/2006/main">
              <a:ext uri="{FF2B5EF4-FFF2-40B4-BE49-F238E27FC236}">
                <a16:creationId xmlns:a16="http://schemas.microsoft.com/office/drawing/2014/main" id="{441C3691-8D6A-4FEF-BC26-BFCD4B5C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7907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Joint text-image semantic signal</a:t>
            </a:r>
          </a:p>
        </p:txBody>
      </p:sp>
      <p:sp>
        <p:nvSpPr>
          <p:cNvPr id="72" name="input-to-collab">
            <a:extLst xmlns:a="http://schemas.openxmlformats.org/drawingml/2006/main">
              <a:ext uri="{FF2B5EF4-FFF2-40B4-BE49-F238E27FC236}">
                <a16:creationId xmlns:a16="http://schemas.microsoft.com/office/drawing/2014/main" id="{52CB05C3-1F59-4A2E-8E86-5CDD72A0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23975"/>
            <a:ext cx="371475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73" name="input-to-collab-head">
            <a:extLst xmlns:a="http://schemas.openxmlformats.org/drawingml/2006/main">
              <a:ext uri="{FF2B5EF4-FFF2-40B4-BE49-F238E27FC236}">
                <a16:creationId xmlns:a16="http://schemas.microsoft.com/office/drawing/2014/main" id="{536F11B8-624F-4712-B20E-B4FC13F3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47975" y="1285875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74" name="input-to-image">
            <a:extLst xmlns:a="http://schemas.openxmlformats.org/drawingml/2006/main">
              <a:ext uri="{FF2B5EF4-FFF2-40B4-BE49-F238E27FC236}">
                <a16:creationId xmlns:a16="http://schemas.microsoft.com/office/drawing/2014/main" id="{054A3514-2198-4B51-8146-BDDC475C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29050"/>
            <a:ext cx="371475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75" name="input-to-image-head">
            <a:extLst xmlns:a="http://schemas.openxmlformats.org/drawingml/2006/main">
              <a:ext uri="{FF2B5EF4-FFF2-40B4-BE49-F238E27FC236}">
                <a16:creationId xmlns:a16="http://schemas.microsoft.com/office/drawing/2014/main" id="{6F2174F1-9FED-4DD3-9700-B243F7D2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47975" y="37909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76" name="input-to-text">
            <a:extLst xmlns:a="http://schemas.openxmlformats.org/drawingml/2006/main">
              <a:ext uri="{FF2B5EF4-FFF2-40B4-BE49-F238E27FC236}">
                <a16:creationId xmlns:a16="http://schemas.microsoft.com/office/drawing/2014/main" id="{B353A0CC-963D-422F-8798-E3A1A868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86300"/>
            <a:ext cx="371475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77" name="input-to-text-head">
            <a:extLst xmlns:a="http://schemas.openxmlformats.org/drawingml/2006/main">
              <a:ext uri="{FF2B5EF4-FFF2-40B4-BE49-F238E27FC236}">
                <a16:creationId xmlns:a16="http://schemas.microsoft.com/office/drawing/2014/main" id="{F66492D6-8761-48FA-92A1-6795251F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47975" y="464820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78" name="input-to-beit3">
            <a:extLst xmlns:a="http://schemas.openxmlformats.org/drawingml/2006/main">
              <a:ext uri="{FF2B5EF4-FFF2-40B4-BE49-F238E27FC236}">
                <a16:creationId xmlns:a16="http://schemas.microsoft.com/office/drawing/2014/main" id="{EAFD10C6-1076-43D6-BFDC-C977293A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67350"/>
            <a:ext cx="371475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79" name="input-to-beit3-head">
            <a:extLst xmlns:a="http://schemas.openxmlformats.org/drawingml/2006/main">
              <a:ext uri="{FF2B5EF4-FFF2-40B4-BE49-F238E27FC236}">
                <a16:creationId xmlns:a16="http://schemas.microsoft.com/office/drawing/2014/main" id="{27BA28F3-6E2C-43F5-8BCF-59634423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47975" y="54292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80" name="section-view-construction-semantic-patterns">
            <a:extLst xmlns:a="http://schemas.openxmlformats.org/drawingml/2006/main">
              <a:ext uri="{FF2B5EF4-FFF2-40B4-BE49-F238E27FC236}">
                <a16:creationId xmlns:a16="http://schemas.microsoft.com/office/drawing/2014/main" id="{376EDBDA-5752-4172-BAE6-7A385288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910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View Construction &amp; Semantic Patterns</a:t>
            </a:r>
          </a:p>
        </p:txBody>
      </p:sp>
      <p:sp>
        <p:nvSpPr>
          <p:cNvPr id="81" name="collab-panel">
            <a:extLst xmlns:a="http://schemas.openxmlformats.org/drawingml/2006/main">
              <a:ext uri="{FF2B5EF4-FFF2-40B4-BE49-F238E27FC236}">
                <a16:creationId xmlns:a16="http://schemas.microsoft.com/office/drawing/2014/main" id="{A40E0970-D7B9-4FBC-B42D-0B519849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85800"/>
            <a:ext cx="44196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0478">
            <a:solidFill>
              <a:srgbClr val="2F6FD6"/>
            </a:solidFill>
          </a:ln>
        </p:spPr>
      </p:sp>
      <p:sp>
        <p:nvSpPr>
          <p:cNvPr id="82" name="collab-title">
            <a:extLst xmlns:a="http://schemas.openxmlformats.org/drawingml/2006/main">
              <a:ext uri="{FF2B5EF4-FFF2-40B4-BE49-F238E27FC236}">
                <a16:creationId xmlns:a16="http://schemas.microsoft.com/office/drawing/2014/main" id="{C55AFE37-483C-4E49-A79E-C5676A28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752475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2F6FD6"/>
                </a:solidFill>
                <a:latin typeface="Georgia"/>
                <a:ea typeface="Georgia"/>
                <a:cs typeface="Georgia"/>
              </a:defRPr>
            </a:pPr>
            <a:r>
              <a:rPr sz="1013" b="1" i="0">
                <a:solidFill>
                  <a:srgbClr val="2F6FD6"/>
                </a:solidFill>
                <a:latin typeface="Georgia"/>
                <a:ea typeface="Georgia"/>
                <a:cs typeface="Georgia"/>
              </a:rPr>
              <a:t>Collaborative View</a:t>
            </a:r>
          </a:p>
        </p:txBody>
      </p:sp>
      <p:sp>
        <p:nvSpPr>
          <p:cNvPr id="83" name="collab-subtitle">
            <a:extLst xmlns:a="http://schemas.openxmlformats.org/drawingml/2006/main">
              <a:ext uri="{FF2B5EF4-FFF2-40B4-BE49-F238E27FC236}">
                <a16:creationId xmlns:a16="http://schemas.microsoft.com/office/drawing/2014/main" id="{C9526F86-F068-4F73-B12D-D2C5E94C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923925"/>
            <a:ext cx="16192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2F6FD6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2F6FD6"/>
                </a:solidFill>
                <a:latin typeface="Georgia"/>
                <a:ea typeface="Georgia"/>
                <a:cs typeface="Georgia"/>
              </a:rPr>
              <a:t>(User-Item Graph Gᵣ)</a:t>
            </a:r>
          </a:p>
        </p:txBody>
      </p:sp>
      <p:sp>
        <p:nvSpPr>
          <p:cNvPr id="84" name="collab-source-graph-edge-0">
            <a:extLst xmlns:a="http://schemas.openxmlformats.org/drawingml/2006/main">
              <a:ext uri="{FF2B5EF4-FFF2-40B4-BE49-F238E27FC236}">
                <a16:creationId xmlns:a16="http://schemas.microsoft.com/office/drawing/2014/main" id="{A860719F-C036-4B80-9605-3BA9083A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1057275"/>
            <a:ext cx="372904" cy="17907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85" name="collab-source-graph-edge-1">
            <a:extLst xmlns:a="http://schemas.openxmlformats.org/drawingml/2006/main">
              <a:ext uri="{FF2B5EF4-FFF2-40B4-BE49-F238E27FC236}">
                <a16:creationId xmlns:a16="http://schemas.microsoft.com/office/drawing/2014/main" id="{ADFE4F11-B1F8-4F35-B432-7C7C1707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1057275"/>
            <a:ext cx="690563" cy="4953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86" name="collab-source-graph-edge-2">
            <a:extLst xmlns:a="http://schemas.openxmlformats.org/drawingml/2006/main">
              <a:ext uri="{FF2B5EF4-FFF2-40B4-BE49-F238E27FC236}">
                <a16:creationId xmlns:a16="http://schemas.microsoft.com/office/drawing/2014/main" id="{A273DB0A-BFF0-46D6-B938-A8735843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544" y="1106805"/>
            <a:ext cx="317659" cy="12954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87" name="collab-source-graph-edge-3">
            <a:extLst xmlns:a="http://schemas.openxmlformats.org/drawingml/2006/main">
              <a:ext uri="{FF2B5EF4-FFF2-40B4-BE49-F238E27FC236}">
                <a16:creationId xmlns:a16="http://schemas.microsoft.com/office/drawing/2014/main" id="{82DBEC2A-9E45-49CD-8E29-3C04DE06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544" y="1198245"/>
            <a:ext cx="690563" cy="3810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88" name="collab-source-graph-edge-4">
            <a:extLst xmlns:a="http://schemas.openxmlformats.org/drawingml/2006/main">
              <a:ext uri="{FF2B5EF4-FFF2-40B4-BE49-F238E27FC236}">
                <a16:creationId xmlns:a16="http://schemas.microsoft.com/office/drawing/2014/main" id="{E1DE18B3-522A-441E-BC84-6091F9BC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03" y="1106805"/>
            <a:ext cx="372904" cy="9144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89" name="collab-source-graph-edge-5">
            <a:extLst xmlns:a="http://schemas.openxmlformats.org/drawingml/2006/main">
              <a:ext uri="{FF2B5EF4-FFF2-40B4-BE49-F238E27FC236}">
                <a16:creationId xmlns:a16="http://schemas.microsoft.com/office/drawing/2014/main" id="{3E590B12-2870-42B4-BE8E-140C63C0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03" y="1030605"/>
            <a:ext cx="193357" cy="7620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90" name="collab-source-graph-edge-6">
            <a:extLst xmlns:a="http://schemas.openxmlformats.org/drawingml/2006/main">
              <a:ext uri="{FF2B5EF4-FFF2-40B4-BE49-F238E27FC236}">
                <a16:creationId xmlns:a16="http://schemas.microsoft.com/office/drawing/2014/main" id="{371E5AC9-3253-4634-8B7C-CA41F9DC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1057275"/>
            <a:ext cx="193357" cy="9525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91" name="collab-source-graph-edge-7">
            <a:extLst xmlns:a="http://schemas.openxmlformats.org/drawingml/2006/main">
              <a:ext uri="{FF2B5EF4-FFF2-40B4-BE49-F238E27FC236}">
                <a16:creationId xmlns:a16="http://schemas.microsoft.com/office/drawing/2014/main" id="{824431A9-4DCE-4F3E-96C5-9FF6E655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8" y="1152525"/>
            <a:ext cx="870109" cy="4572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92" name="collab-source-graph-node-0">
            <a:extLst xmlns:a="http://schemas.openxmlformats.org/drawingml/2006/main">
              <a:ext uri="{FF2B5EF4-FFF2-40B4-BE49-F238E27FC236}">
                <a16:creationId xmlns:a16="http://schemas.microsoft.com/office/drawing/2014/main" id="{5DC8A57C-4821-4A7E-8558-4B48A87E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015" y="100965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93" name="collab-source-graph-node-1">
            <a:extLst xmlns:a="http://schemas.openxmlformats.org/drawingml/2006/main">
              <a:ext uri="{FF2B5EF4-FFF2-40B4-BE49-F238E27FC236}">
                <a16:creationId xmlns:a16="http://schemas.microsoft.com/office/drawing/2014/main" id="{999ADC2D-6286-4E1E-84DF-A27EAB01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919" y="118872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94" name="collab-source-graph-node-2">
            <a:extLst xmlns:a="http://schemas.openxmlformats.org/drawingml/2006/main">
              <a:ext uri="{FF2B5EF4-FFF2-40B4-BE49-F238E27FC236}">
                <a16:creationId xmlns:a16="http://schemas.microsoft.com/office/drawing/2014/main" id="{09EA400E-497F-4C2D-98B7-41875DE9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78" y="105918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95" name="collab-source-graph-node-3">
            <a:extLst xmlns:a="http://schemas.openxmlformats.org/drawingml/2006/main">
              <a:ext uri="{FF2B5EF4-FFF2-40B4-BE49-F238E27FC236}">
                <a16:creationId xmlns:a16="http://schemas.microsoft.com/office/drawing/2014/main" id="{4C6DFB74-34B9-45DE-9483-D822F66C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481" y="115062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96" name="collab-source-graph-node-4">
            <a:extLst xmlns:a="http://schemas.openxmlformats.org/drawingml/2006/main">
              <a:ext uri="{FF2B5EF4-FFF2-40B4-BE49-F238E27FC236}">
                <a16:creationId xmlns:a16="http://schemas.microsoft.com/office/drawing/2014/main" id="{F686D4C7-D82D-43B9-86F9-48614AF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373" y="110490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97" name="collab-source-graph-node-5">
            <a:extLst xmlns:a="http://schemas.openxmlformats.org/drawingml/2006/main">
              <a:ext uri="{FF2B5EF4-FFF2-40B4-BE49-F238E27FC236}">
                <a16:creationId xmlns:a16="http://schemas.microsoft.com/office/drawing/2014/main" id="{FF603086-A934-4EB5-9C39-8F41FC4A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35" y="98298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98" name="collab-to-adj">
            <a:extLst xmlns:a="http://schemas.openxmlformats.org/drawingml/2006/main">
              <a:ext uri="{FF2B5EF4-FFF2-40B4-BE49-F238E27FC236}">
                <a16:creationId xmlns:a16="http://schemas.microsoft.com/office/drawing/2014/main" id="{4D85DF79-BB50-49E6-A987-9636A9C4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047750"/>
            <a:ext cx="838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99" name="collab-to-adj-head">
            <a:extLst xmlns:a="http://schemas.openxmlformats.org/drawingml/2006/main">
              <a:ext uri="{FF2B5EF4-FFF2-40B4-BE49-F238E27FC236}">
                <a16:creationId xmlns:a16="http://schemas.microsoft.com/office/drawing/2014/main" id="{7D8B24FF-6485-4170-9C49-5ACBA0C8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29250" y="10096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100" name="collab-process-label">
            <a:extLst xmlns:a="http://schemas.openxmlformats.org/drawingml/2006/main">
              <a:ext uri="{FF2B5EF4-FFF2-40B4-BE49-F238E27FC236}">
                <a16:creationId xmlns:a16="http://schemas.microsoft.com/office/drawing/2014/main" id="{F6A7532C-4E81-4C8C-946E-6D91F92B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895350"/>
            <a:ext cx="64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Normalize &amp;</a:t>
            </a:r>
          </a:p>
          <a:p xmlns:a="http://schemas.openxmlformats.org/drawingml/2006/main">
            <a:pPr algn="ctr">
              <a:defRPr sz="713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Symmetrize</a:t>
            </a:r>
          </a:p>
        </p:txBody>
      </p:sp>
      <p:sp>
        <p:nvSpPr>
          <p:cNvPr id="101" name="collab-matrix-frame">
            <a:extLst xmlns:a="http://schemas.openxmlformats.org/drawingml/2006/main">
              <a:ext uri="{FF2B5EF4-FFF2-40B4-BE49-F238E27FC236}">
                <a16:creationId xmlns:a16="http://schemas.microsoft.com/office/drawing/2014/main" id="{5728F9F4-59F0-4A50-BC32-AABA6C1C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838200"/>
            <a:ext cx="428625" cy="428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6FD6"/>
            </a:solidFill>
          </a:ln>
        </p:spPr>
      </p:sp>
      <p:sp>
        <p:nvSpPr>
          <p:cNvPr id="102" name="collab-matrix-0-0">
            <a:extLst xmlns:a="http://schemas.openxmlformats.org/drawingml/2006/main">
              <a:ext uri="{FF2B5EF4-FFF2-40B4-BE49-F238E27FC236}">
                <a16:creationId xmlns:a16="http://schemas.microsoft.com/office/drawing/2014/main" id="{82F26D4A-4E23-4280-9021-F9482BDA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8477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03" name="collab-matrix-0-1">
            <a:extLst xmlns:a="http://schemas.openxmlformats.org/drawingml/2006/main">
              <a:ext uri="{FF2B5EF4-FFF2-40B4-BE49-F238E27FC236}">
                <a16:creationId xmlns:a16="http://schemas.microsoft.com/office/drawing/2014/main" id="{C13DD660-3BB8-4BD5-98C4-450515B4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8477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04" name="collab-matrix-0-2">
            <a:extLst xmlns:a="http://schemas.openxmlformats.org/drawingml/2006/main">
              <a:ext uri="{FF2B5EF4-FFF2-40B4-BE49-F238E27FC236}">
                <a16:creationId xmlns:a16="http://schemas.microsoft.com/office/drawing/2014/main" id="{F530A500-F674-42E6-A2BE-DC013BBA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8477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05" name="collab-matrix-0-3">
            <a:extLst xmlns:a="http://schemas.openxmlformats.org/drawingml/2006/main">
              <a:ext uri="{FF2B5EF4-FFF2-40B4-BE49-F238E27FC236}">
                <a16:creationId xmlns:a16="http://schemas.microsoft.com/office/drawing/2014/main" id="{5C40D4AD-DB8A-4C29-9B45-8E510DC4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8477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06" name="collab-matrix-0-4">
            <a:extLst xmlns:a="http://schemas.openxmlformats.org/drawingml/2006/main">
              <a:ext uri="{FF2B5EF4-FFF2-40B4-BE49-F238E27FC236}">
                <a16:creationId xmlns:a16="http://schemas.microsoft.com/office/drawing/2014/main" id="{E5F39CB6-0A3E-4373-8542-1404DB49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477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07" name="collab-matrix-1-0">
            <a:extLst xmlns:a="http://schemas.openxmlformats.org/drawingml/2006/main">
              <a:ext uri="{FF2B5EF4-FFF2-40B4-BE49-F238E27FC236}">
                <a16:creationId xmlns:a16="http://schemas.microsoft.com/office/drawing/2014/main" id="{7C8169FD-915C-4300-A49B-05E3CB0E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9334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08" name="collab-matrix-1-1">
            <a:extLst xmlns:a="http://schemas.openxmlformats.org/drawingml/2006/main">
              <a:ext uri="{FF2B5EF4-FFF2-40B4-BE49-F238E27FC236}">
                <a16:creationId xmlns:a16="http://schemas.microsoft.com/office/drawing/2014/main" id="{349E94A6-479C-42E6-8F24-353887D3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9334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09" name="collab-matrix-1-2">
            <a:extLst xmlns:a="http://schemas.openxmlformats.org/drawingml/2006/main">
              <a:ext uri="{FF2B5EF4-FFF2-40B4-BE49-F238E27FC236}">
                <a16:creationId xmlns:a16="http://schemas.microsoft.com/office/drawing/2014/main" id="{9EE6A38F-B401-4762-A553-58ABEB01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334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10" name="collab-matrix-1-3">
            <a:extLst xmlns:a="http://schemas.openxmlformats.org/drawingml/2006/main">
              <a:ext uri="{FF2B5EF4-FFF2-40B4-BE49-F238E27FC236}">
                <a16:creationId xmlns:a16="http://schemas.microsoft.com/office/drawing/2014/main" id="{4FAC7B34-64F5-430A-BD05-C7A9D9B9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9334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11" name="collab-matrix-1-4">
            <a:extLst xmlns:a="http://schemas.openxmlformats.org/drawingml/2006/main">
              <a:ext uri="{FF2B5EF4-FFF2-40B4-BE49-F238E27FC236}">
                <a16:creationId xmlns:a16="http://schemas.microsoft.com/office/drawing/2014/main" id="{2B76C7AE-AFAA-4B6B-B4F1-389230AA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9334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12" name="collab-matrix-2-0">
            <a:extLst xmlns:a="http://schemas.openxmlformats.org/drawingml/2006/main">
              <a:ext uri="{FF2B5EF4-FFF2-40B4-BE49-F238E27FC236}">
                <a16:creationId xmlns:a16="http://schemas.microsoft.com/office/drawing/2014/main" id="{8C290641-E0B4-43C7-9DCE-18EB0A1A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0191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13" name="collab-matrix-2-1">
            <a:extLst xmlns:a="http://schemas.openxmlformats.org/drawingml/2006/main">
              <a:ext uri="{FF2B5EF4-FFF2-40B4-BE49-F238E27FC236}">
                <a16:creationId xmlns:a16="http://schemas.microsoft.com/office/drawing/2014/main" id="{003B10C8-7F8B-4B6D-A92B-636411EA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0191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14" name="collab-matrix-2-2">
            <a:extLst xmlns:a="http://schemas.openxmlformats.org/drawingml/2006/main">
              <a:ext uri="{FF2B5EF4-FFF2-40B4-BE49-F238E27FC236}">
                <a16:creationId xmlns:a16="http://schemas.microsoft.com/office/drawing/2014/main" id="{ABA49F7B-D63A-406B-B84D-D50A7315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0191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15" name="collab-matrix-2-3">
            <a:extLst xmlns:a="http://schemas.openxmlformats.org/drawingml/2006/main">
              <a:ext uri="{FF2B5EF4-FFF2-40B4-BE49-F238E27FC236}">
                <a16:creationId xmlns:a16="http://schemas.microsoft.com/office/drawing/2014/main" id="{972645D0-8B23-4C7D-BBF4-5EB58C81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0191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16" name="collab-matrix-2-4">
            <a:extLst xmlns:a="http://schemas.openxmlformats.org/drawingml/2006/main">
              <a:ext uri="{FF2B5EF4-FFF2-40B4-BE49-F238E27FC236}">
                <a16:creationId xmlns:a16="http://schemas.microsoft.com/office/drawing/2014/main" id="{45FB371C-7256-46F0-AAC0-C8B5E61E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191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17" name="collab-matrix-3-0">
            <a:extLst xmlns:a="http://schemas.openxmlformats.org/drawingml/2006/main">
              <a:ext uri="{FF2B5EF4-FFF2-40B4-BE49-F238E27FC236}">
                <a16:creationId xmlns:a16="http://schemas.microsoft.com/office/drawing/2014/main" id="{4639094C-56BD-4102-BAC3-61B21BCC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1049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18" name="collab-matrix-3-1">
            <a:extLst xmlns:a="http://schemas.openxmlformats.org/drawingml/2006/main">
              <a:ext uri="{FF2B5EF4-FFF2-40B4-BE49-F238E27FC236}">
                <a16:creationId xmlns:a16="http://schemas.microsoft.com/office/drawing/2014/main" id="{DBAA669D-0BD3-425F-8CE6-775C599D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1049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19" name="collab-matrix-3-2">
            <a:extLst xmlns:a="http://schemas.openxmlformats.org/drawingml/2006/main">
              <a:ext uri="{FF2B5EF4-FFF2-40B4-BE49-F238E27FC236}">
                <a16:creationId xmlns:a16="http://schemas.microsoft.com/office/drawing/2014/main" id="{E1FC1338-75C3-49F0-84A0-E892CAEB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1049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20" name="collab-matrix-3-3">
            <a:extLst xmlns:a="http://schemas.openxmlformats.org/drawingml/2006/main">
              <a:ext uri="{FF2B5EF4-FFF2-40B4-BE49-F238E27FC236}">
                <a16:creationId xmlns:a16="http://schemas.microsoft.com/office/drawing/2014/main" id="{E0C409F8-9781-47AE-B2CB-5A9D53C9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1049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21" name="collab-matrix-3-4">
            <a:extLst xmlns:a="http://schemas.openxmlformats.org/drawingml/2006/main">
              <a:ext uri="{FF2B5EF4-FFF2-40B4-BE49-F238E27FC236}">
                <a16:creationId xmlns:a16="http://schemas.microsoft.com/office/drawing/2014/main" id="{85526936-F5CF-4168-8B8D-7F0795C6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1049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22" name="collab-matrix-4-0">
            <a:extLst xmlns:a="http://schemas.openxmlformats.org/drawingml/2006/main">
              <a:ext uri="{FF2B5EF4-FFF2-40B4-BE49-F238E27FC236}">
                <a16:creationId xmlns:a16="http://schemas.microsoft.com/office/drawing/2014/main" id="{0807E477-8105-4E8D-9449-15C35F40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1906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23" name="collab-matrix-4-1">
            <a:extLst xmlns:a="http://schemas.openxmlformats.org/drawingml/2006/main">
              <a:ext uri="{FF2B5EF4-FFF2-40B4-BE49-F238E27FC236}">
                <a16:creationId xmlns:a16="http://schemas.microsoft.com/office/drawing/2014/main" id="{BAEB8D4C-1A64-43A9-B481-C5C5293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1906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24" name="collab-matrix-4-2">
            <a:extLst xmlns:a="http://schemas.openxmlformats.org/drawingml/2006/main">
              <a:ext uri="{FF2B5EF4-FFF2-40B4-BE49-F238E27FC236}">
                <a16:creationId xmlns:a16="http://schemas.microsoft.com/office/drawing/2014/main" id="{1B49CBC0-91D5-4C1C-9243-5F50707A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1906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25" name="collab-matrix-4-3">
            <a:extLst xmlns:a="http://schemas.openxmlformats.org/drawingml/2006/main">
              <a:ext uri="{FF2B5EF4-FFF2-40B4-BE49-F238E27FC236}">
                <a16:creationId xmlns:a16="http://schemas.microsoft.com/office/drawing/2014/main" id="{A3F31C02-719D-42CA-A8C8-33405526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1906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26" name="collab-matrix-4-4">
            <a:extLst xmlns:a="http://schemas.openxmlformats.org/drawingml/2006/main">
              <a:ext uri="{FF2B5EF4-FFF2-40B4-BE49-F238E27FC236}">
                <a16:creationId xmlns:a16="http://schemas.microsoft.com/office/drawing/2014/main" id="{3C35E1E5-E000-47C6-8FEB-E5072509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1906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27" name="collab-to-encoder">
            <a:extLst xmlns:a="http://schemas.openxmlformats.org/drawingml/2006/main">
              <a:ext uri="{FF2B5EF4-FFF2-40B4-BE49-F238E27FC236}">
                <a16:creationId xmlns:a16="http://schemas.microsoft.com/office/drawing/2014/main" id="{3D2A653D-39C8-4007-9094-2FEC1D2D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47750"/>
            <a:ext cx="323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28" name="collab-to-encoder-head">
            <a:extLst xmlns:a="http://schemas.openxmlformats.org/drawingml/2006/main">
              <a:ext uri="{FF2B5EF4-FFF2-40B4-BE49-F238E27FC236}">
                <a16:creationId xmlns:a16="http://schemas.microsoft.com/office/drawing/2014/main" id="{A75DEC98-EF65-46AE-A2B5-103348E8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81750" y="10096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129" name="collab-encoder">
            <a:extLst xmlns:a="http://schemas.openxmlformats.org/drawingml/2006/main">
              <a:ext uri="{FF2B5EF4-FFF2-40B4-BE49-F238E27FC236}">
                <a16:creationId xmlns:a16="http://schemas.microsoft.com/office/drawing/2014/main" id="{05113119-8E06-4819-9401-114D6BBD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819150"/>
            <a:ext cx="62865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9525">
            <a:solidFill>
              <a:srgbClr val="2F6FD6"/>
            </a:solidFill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Graph</a:t>
            </a:r>
          </a:p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Encoder</a:t>
            </a:r>
          </a:p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(L layers)</a:t>
            </a:r>
          </a:p>
        </p:txBody>
      </p:sp>
      <p:sp>
        <p:nvSpPr>
          <p:cNvPr id="130" name="struct-panel">
            <a:extLst xmlns:a="http://schemas.openxmlformats.org/drawingml/2006/main">
              <a:ext uri="{FF2B5EF4-FFF2-40B4-BE49-F238E27FC236}">
                <a16:creationId xmlns:a16="http://schemas.microsoft.com/office/drawing/2014/main" id="{95B8B7FA-248B-43CA-AE2C-AC8E4306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24000"/>
            <a:ext cx="44196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0478">
            <a:solidFill>
              <a:srgbClr val="3D9148"/>
            </a:solidFill>
          </a:ln>
        </p:spPr>
      </p:sp>
      <p:sp>
        <p:nvSpPr>
          <p:cNvPr id="131" name="struct-title">
            <a:extLst xmlns:a="http://schemas.openxmlformats.org/drawingml/2006/main">
              <a:ext uri="{FF2B5EF4-FFF2-40B4-BE49-F238E27FC236}">
                <a16:creationId xmlns:a16="http://schemas.microsoft.com/office/drawing/2014/main" id="{7878559D-6787-4D7B-914B-E5F66804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90675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3D9148"/>
                </a:solidFill>
                <a:latin typeface="Georgia"/>
                <a:ea typeface="Georgia"/>
                <a:cs typeface="Georgia"/>
              </a:defRPr>
            </a:pPr>
            <a:r>
              <a:rPr sz="1013" b="1" i="0">
                <a:solidFill>
                  <a:srgbClr val="3D9148"/>
                </a:solidFill>
                <a:latin typeface="Georgia"/>
                <a:ea typeface="Georgia"/>
                <a:cs typeface="Georgia"/>
              </a:rPr>
              <a:t>Structural View</a:t>
            </a:r>
          </a:p>
        </p:txBody>
      </p:sp>
      <p:sp>
        <p:nvSpPr>
          <p:cNvPr id="132" name="struct-subtitle">
            <a:extLst xmlns:a="http://schemas.openxmlformats.org/drawingml/2006/main">
              <a:ext uri="{FF2B5EF4-FFF2-40B4-BE49-F238E27FC236}">
                <a16:creationId xmlns:a16="http://schemas.microsoft.com/office/drawing/2014/main" id="{BE09350E-3519-4C05-9CD8-A770CDDB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62125"/>
            <a:ext cx="16192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D9148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3D9148"/>
                </a:solidFill>
                <a:latin typeface="Georgia"/>
                <a:ea typeface="Georgia"/>
                <a:cs typeface="Georgia"/>
              </a:rPr>
              <a:t>(Item-Item Graph Gₛ)</a:t>
            </a:r>
          </a:p>
        </p:txBody>
      </p:sp>
      <p:sp>
        <p:nvSpPr>
          <p:cNvPr id="133" name="struct-source-graph-edge-0">
            <a:extLst xmlns:a="http://schemas.openxmlformats.org/drawingml/2006/main">
              <a:ext uri="{FF2B5EF4-FFF2-40B4-BE49-F238E27FC236}">
                <a16:creationId xmlns:a16="http://schemas.microsoft.com/office/drawing/2014/main" id="{2B356CC7-0804-46A3-A6AC-A570364A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1895475"/>
            <a:ext cx="372904" cy="17907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34" name="struct-source-graph-edge-1">
            <a:extLst xmlns:a="http://schemas.openxmlformats.org/drawingml/2006/main">
              <a:ext uri="{FF2B5EF4-FFF2-40B4-BE49-F238E27FC236}">
                <a16:creationId xmlns:a16="http://schemas.microsoft.com/office/drawing/2014/main" id="{FF887932-4F3C-4AEC-8E60-30D2BC50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1895475"/>
            <a:ext cx="690563" cy="4953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35" name="struct-source-graph-edge-2">
            <a:extLst xmlns:a="http://schemas.openxmlformats.org/drawingml/2006/main">
              <a:ext uri="{FF2B5EF4-FFF2-40B4-BE49-F238E27FC236}">
                <a16:creationId xmlns:a16="http://schemas.microsoft.com/office/drawing/2014/main" id="{5B4740ED-F1D9-4ABC-A138-33CB0D26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544" y="1945005"/>
            <a:ext cx="317659" cy="12954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36" name="struct-source-graph-edge-3">
            <a:extLst xmlns:a="http://schemas.openxmlformats.org/drawingml/2006/main">
              <a:ext uri="{FF2B5EF4-FFF2-40B4-BE49-F238E27FC236}">
                <a16:creationId xmlns:a16="http://schemas.microsoft.com/office/drawing/2014/main" id="{C5DE136F-C93E-41D8-B287-F41CE214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544" y="2036445"/>
            <a:ext cx="690563" cy="3810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37" name="struct-source-graph-edge-4">
            <a:extLst xmlns:a="http://schemas.openxmlformats.org/drawingml/2006/main">
              <a:ext uri="{FF2B5EF4-FFF2-40B4-BE49-F238E27FC236}">
                <a16:creationId xmlns:a16="http://schemas.microsoft.com/office/drawing/2014/main" id="{461D15F1-B29C-437E-AA0D-D99E0753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03" y="1945005"/>
            <a:ext cx="372904" cy="9144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38" name="struct-source-graph-edge-5">
            <a:extLst xmlns:a="http://schemas.openxmlformats.org/drawingml/2006/main">
              <a:ext uri="{FF2B5EF4-FFF2-40B4-BE49-F238E27FC236}">
                <a16:creationId xmlns:a16="http://schemas.microsoft.com/office/drawing/2014/main" id="{D990DF62-6A05-49F6-B9F1-AABC53D3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03" y="1868805"/>
            <a:ext cx="193357" cy="7620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39" name="struct-source-graph-edge-6">
            <a:extLst xmlns:a="http://schemas.openxmlformats.org/drawingml/2006/main">
              <a:ext uri="{FF2B5EF4-FFF2-40B4-BE49-F238E27FC236}">
                <a16:creationId xmlns:a16="http://schemas.microsoft.com/office/drawing/2014/main" id="{06C2773D-4CA1-4707-9444-740B2ED8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1895475"/>
            <a:ext cx="193357" cy="9525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40" name="struct-source-graph-edge-7">
            <a:extLst xmlns:a="http://schemas.openxmlformats.org/drawingml/2006/main">
              <a:ext uri="{FF2B5EF4-FFF2-40B4-BE49-F238E27FC236}">
                <a16:creationId xmlns:a16="http://schemas.microsoft.com/office/drawing/2014/main" id="{EEAA5A35-3683-4F45-9589-391BD9BF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8" y="1990725"/>
            <a:ext cx="870109" cy="4572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41" name="struct-source-graph-node-0">
            <a:extLst xmlns:a="http://schemas.openxmlformats.org/drawingml/2006/main">
              <a:ext uri="{FF2B5EF4-FFF2-40B4-BE49-F238E27FC236}">
                <a16:creationId xmlns:a16="http://schemas.microsoft.com/office/drawing/2014/main" id="{F3ED28B8-89EB-4D1C-9644-F751AC5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015" y="184785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3D9148"/>
            </a:solidFill>
          </a:ln>
        </p:spPr>
      </p:sp>
      <p:sp>
        <p:nvSpPr>
          <p:cNvPr id="142" name="struct-source-graph-node-1">
            <a:extLst xmlns:a="http://schemas.openxmlformats.org/drawingml/2006/main">
              <a:ext uri="{FF2B5EF4-FFF2-40B4-BE49-F238E27FC236}">
                <a16:creationId xmlns:a16="http://schemas.microsoft.com/office/drawing/2014/main" id="{3AA0CAC4-E558-4DC9-AB5B-5B00B7E1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919" y="202692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3D9148"/>
            </a:solidFill>
          </a:ln>
        </p:spPr>
      </p:sp>
      <p:sp>
        <p:nvSpPr>
          <p:cNvPr id="143" name="struct-source-graph-node-2">
            <a:extLst xmlns:a="http://schemas.openxmlformats.org/drawingml/2006/main">
              <a:ext uri="{FF2B5EF4-FFF2-40B4-BE49-F238E27FC236}">
                <a16:creationId xmlns:a16="http://schemas.microsoft.com/office/drawing/2014/main" id="{8AD30D4D-65C1-4DE2-ABED-EA713862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78" y="189738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3D9148"/>
            </a:solidFill>
          </a:ln>
        </p:spPr>
      </p:sp>
      <p:sp>
        <p:nvSpPr>
          <p:cNvPr id="144" name="struct-source-graph-node-3">
            <a:extLst xmlns:a="http://schemas.openxmlformats.org/drawingml/2006/main">
              <a:ext uri="{FF2B5EF4-FFF2-40B4-BE49-F238E27FC236}">
                <a16:creationId xmlns:a16="http://schemas.microsoft.com/office/drawing/2014/main" id="{4C292F80-6068-41BF-9522-556BC857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481" y="198882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3D9148"/>
            </a:solidFill>
          </a:ln>
        </p:spPr>
      </p:sp>
      <p:sp>
        <p:nvSpPr>
          <p:cNvPr id="145" name="struct-source-graph-node-4">
            <a:extLst xmlns:a="http://schemas.openxmlformats.org/drawingml/2006/main">
              <a:ext uri="{FF2B5EF4-FFF2-40B4-BE49-F238E27FC236}">
                <a16:creationId xmlns:a16="http://schemas.microsoft.com/office/drawing/2014/main" id="{CF3458B4-8A4B-4733-83C2-7CA06517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373" y="194310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3D9148"/>
            </a:solidFill>
          </a:ln>
        </p:spPr>
      </p:sp>
      <p:sp>
        <p:nvSpPr>
          <p:cNvPr id="146" name="struct-source-graph-node-5">
            <a:extLst xmlns:a="http://schemas.openxmlformats.org/drawingml/2006/main">
              <a:ext uri="{FF2B5EF4-FFF2-40B4-BE49-F238E27FC236}">
                <a16:creationId xmlns:a16="http://schemas.microsoft.com/office/drawing/2014/main" id="{66F01419-542F-4F8D-9E11-6F3B51BB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35" y="182118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3D9148"/>
            </a:solidFill>
          </a:ln>
        </p:spPr>
      </p:sp>
      <p:sp>
        <p:nvSpPr>
          <p:cNvPr id="147" name="struct-to-adj">
            <a:extLst xmlns:a="http://schemas.openxmlformats.org/drawingml/2006/main">
              <a:ext uri="{FF2B5EF4-FFF2-40B4-BE49-F238E27FC236}">
                <a16:creationId xmlns:a16="http://schemas.microsoft.com/office/drawing/2014/main" id="{75B340B1-18F6-4742-BF4F-2EE39A47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85950"/>
            <a:ext cx="838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48" name="struct-to-adj-head">
            <a:extLst xmlns:a="http://schemas.openxmlformats.org/drawingml/2006/main">
              <a:ext uri="{FF2B5EF4-FFF2-40B4-BE49-F238E27FC236}">
                <a16:creationId xmlns:a16="http://schemas.microsoft.com/office/drawing/2014/main" id="{D3796074-4FA1-41F0-A16A-6886B040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29250" y="18478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149" name="struct-process-label">
            <a:extLst xmlns:a="http://schemas.openxmlformats.org/drawingml/2006/main">
              <a:ext uri="{FF2B5EF4-FFF2-40B4-BE49-F238E27FC236}">
                <a16:creationId xmlns:a16="http://schemas.microsoft.com/office/drawing/2014/main" id="{6AE1ABDB-8A58-4C89-8962-21D45863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733550"/>
            <a:ext cx="64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kNN</a:t>
            </a:r>
          </a:p>
          <a:p xmlns:a="http://schemas.openxmlformats.org/drawingml/2006/main">
            <a:pPr algn="ctr">
              <a:defRPr sz="713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Sparsify</a:t>
            </a:r>
          </a:p>
        </p:txBody>
      </p:sp>
      <p:sp>
        <p:nvSpPr>
          <p:cNvPr id="150" name="struct-matrix-frame">
            <a:extLst xmlns:a="http://schemas.openxmlformats.org/drawingml/2006/main">
              <a:ext uri="{FF2B5EF4-FFF2-40B4-BE49-F238E27FC236}">
                <a16:creationId xmlns:a16="http://schemas.microsoft.com/office/drawing/2014/main" id="{662BACA6-26CC-45BE-AEDF-5F893064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76400"/>
            <a:ext cx="428625" cy="428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3D9148"/>
            </a:solidFill>
          </a:ln>
        </p:spPr>
      </p:sp>
      <p:sp>
        <p:nvSpPr>
          <p:cNvPr id="151" name="struct-matrix-0-0">
            <a:extLst xmlns:a="http://schemas.openxmlformats.org/drawingml/2006/main">
              <a:ext uri="{FF2B5EF4-FFF2-40B4-BE49-F238E27FC236}">
                <a16:creationId xmlns:a16="http://schemas.microsoft.com/office/drawing/2014/main" id="{10C8961B-319A-4B1D-BC04-42E0BC2D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859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52" name="struct-matrix-0-1">
            <a:extLst xmlns:a="http://schemas.openxmlformats.org/drawingml/2006/main">
              <a:ext uri="{FF2B5EF4-FFF2-40B4-BE49-F238E27FC236}">
                <a16:creationId xmlns:a16="http://schemas.microsoft.com/office/drawing/2014/main" id="{FA50774F-FC11-43CF-99FD-E63550CF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859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53" name="struct-matrix-0-2">
            <a:extLst xmlns:a="http://schemas.openxmlformats.org/drawingml/2006/main">
              <a:ext uri="{FF2B5EF4-FFF2-40B4-BE49-F238E27FC236}">
                <a16:creationId xmlns:a16="http://schemas.microsoft.com/office/drawing/2014/main" id="{C6877EF5-B23D-4624-80E7-C201E4AB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859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54" name="struct-matrix-0-3">
            <a:extLst xmlns:a="http://schemas.openxmlformats.org/drawingml/2006/main">
              <a:ext uri="{FF2B5EF4-FFF2-40B4-BE49-F238E27FC236}">
                <a16:creationId xmlns:a16="http://schemas.microsoft.com/office/drawing/2014/main" id="{28100C05-752B-41BA-A437-F024D4DF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6859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55" name="struct-matrix-0-4">
            <a:extLst xmlns:a="http://schemas.openxmlformats.org/drawingml/2006/main">
              <a:ext uri="{FF2B5EF4-FFF2-40B4-BE49-F238E27FC236}">
                <a16:creationId xmlns:a16="http://schemas.microsoft.com/office/drawing/2014/main" id="{A3350DA8-A122-465E-8A4C-A32D7E5F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859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56" name="struct-matrix-1-0">
            <a:extLst xmlns:a="http://schemas.openxmlformats.org/drawingml/2006/main">
              <a:ext uri="{FF2B5EF4-FFF2-40B4-BE49-F238E27FC236}">
                <a16:creationId xmlns:a16="http://schemas.microsoft.com/office/drawing/2014/main" id="{B78B28F5-8917-4C29-A761-2E9DF9ED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7716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57" name="struct-matrix-1-1">
            <a:extLst xmlns:a="http://schemas.openxmlformats.org/drawingml/2006/main">
              <a:ext uri="{FF2B5EF4-FFF2-40B4-BE49-F238E27FC236}">
                <a16:creationId xmlns:a16="http://schemas.microsoft.com/office/drawing/2014/main" id="{9BF40F43-D425-4FFD-ACE1-324DDE0B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716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58" name="struct-matrix-1-2">
            <a:extLst xmlns:a="http://schemas.openxmlformats.org/drawingml/2006/main">
              <a:ext uri="{FF2B5EF4-FFF2-40B4-BE49-F238E27FC236}">
                <a16:creationId xmlns:a16="http://schemas.microsoft.com/office/drawing/2014/main" id="{8E51EC1D-733D-4160-9A80-D5C908FF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716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59" name="struct-matrix-1-3">
            <a:extLst xmlns:a="http://schemas.openxmlformats.org/drawingml/2006/main">
              <a:ext uri="{FF2B5EF4-FFF2-40B4-BE49-F238E27FC236}">
                <a16:creationId xmlns:a16="http://schemas.microsoft.com/office/drawing/2014/main" id="{823204CC-86E4-427F-B0CB-08055A62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7716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60" name="struct-matrix-1-4">
            <a:extLst xmlns:a="http://schemas.openxmlformats.org/drawingml/2006/main">
              <a:ext uri="{FF2B5EF4-FFF2-40B4-BE49-F238E27FC236}">
                <a16:creationId xmlns:a16="http://schemas.microsoft.com/office/drawing/2014/main" id="{6A103F2E-5012-420E-BB53-3439F5B6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61" name="struct-matrix-2-0">
            <a:extLst xmlns:a="http://schemas.openxmlformats.org/drawingml/2006/main">
              <a:ext uri="{FF2B5EF4-FFF2-40B4-BE49-F238E27FC236}">
                <a16:creationId xmlns:a16="http://schemas.microsoft.com/office/drawing/2014/main" id="{2FC22A27-DBFA-41A0-9EB9-A8B994DC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573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62" name="struct-matrix-2-1">
            <a:extLst xmlns:a="http://schemas.openxmlformats.org/drawingml/2006/main">
              <a:ext uri="{FF2B5EF4-FFF2-40B4-BE49-F238E27FC236}">
                <a16:creationId xmlns:a16="http://schemas.microsoft.com/office/drawing/2014/main" id="{094F1FAE-DF5B-40D1-9A81-CC602119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573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63" name="struct-matrix-2-2">
            <a:extLst xmlns:a="http://schemas.openxmlformats.org/drawingml/2006/main">
              <a:ext uri="{FF2B5EF4-FFF2-40B4-BE49-F238E27FC236}">
                <a16:creationId xmlns:a16="http://schemas.microsoft.com/office/drawing/2014/main" id="{EA512B4A-2C24-4964-BAB9-E427769F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573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64" name="struct-matrix-2-3">
            <a:extLst xmlns:a="http://schemas.openxmlformats.org/drawingml/2006/main">
              <a:ext uri="{FF2B5EF4-FFF2-40B4-BE49-F238E27FC236}">
                <a16:creationId xmlns:a16="http://schemas.microsoft.com/office/drawing/2014/main" id="{F434ECAF-9E99-4C81-B982-4FF95780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8573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65" name="struct-matrix-2-4">
            <a:extLst xmlns:a="http://schemas.openxmlformats.org/drawingml/2006/main">
              <a:ext uri="{FF2B5EF4-FFF2-40B4-BE49-F238E27FC236}">
                <a16:creationId xmlns:a16="http://schemas.microsoft.com/office/drawing/2014/main" id="{73AA036C-314C-4D35-B514-70147FF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573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66" name="struct-matrix-3-0">
            <a:extLst xmlns:a="http://schemas.openxmlformats.org/drawingml/2006/main">
              <a:ext uri="{FF2B5EF4-FFF2-40B4-BE49-F238E27FC236}">
                <a16:creationId xmlns:a16="http://schemas.microsoft.com/office/drawing/2014/main" id="{7D71F9FA-AEB4-4315-9D07-2A138562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431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67" name="struct-matrix-3-1">
            <a:extLst xmlns:a="http://schemas.openxmlformats.org/drawingml/2006/main">
              <a:ext uri="{FF2B5EF4-FFF2-40B4-BE49-F238E27FC236}">
                <a16:creationId xmlns:a16="http://schemas.microsoft.com/office/drawing/2014/main" id="{C22841FB-A6D8-4D57-9D90-101422B9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431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68" name="struct-matrix-3-2">
            <a:extLst xmlns:a="http://schemas.openxmlformats.org/drawingml/2006/main">
              <a:ext uri="{FF2B5EF4-FFF2-40B4-BE49-F238E27FC236}">
                <a16:creationId xmlns:a16="http://schemas.microsoft.com/office/drawing/2014/main" id="{62628035-251B-40FB-8681-186A37A8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431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69" name="struct-matrix-3-3">
            <a:extLst xmlns:a="http://schemas.openxmlformats.org/drawingml/2006/main">
              <a:ext uri="{FF2B5EF4-FFF2-40B4-BE49-F238E27FC236}">
                <a16:creationId xmlns:a16="http://schemas.microsoft.com/office/drawing/2014/main" id="{960F9DFE-2F3E-4232-93BB-BC567D8F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9431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70" name="struct-matrix-3-4">
            <a:extLst xmlns:a="http://schemas.openxmlformats.org/drawingml/2006/main">
              <a:ext uri="{FF2B5EF4-FFF2-40B4-BE49-F238E27FC236}">
                <a16:creationId xmlns:a16="http://schemas.microsoft.com/office/drawing/2014/main" id="{47E4DFEC-7A7B-467A-97B7-3AB5F6EB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431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71" name="struct-matrix-4-0">
            <a:extLst xmlns:a="http://schemas.openxmlformats.org/drawingml/2006/main">
              <a:ext uri="{FF2B5EF4-FFF2-40B4-BE49-F238E27FC236}">
                <a16:creationId xmlns:a16="http://schemas.microsoft.com/office/drawing/2014/main" id="{8D043BC7-6258-415C-9477-487DFEA9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288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72" name="struct-matrix-4-1">
            <a:extLst xmlns:a="http://schemas.openxmlformats.org/drawingml/2006/main">
              <a:ext uri="{FF2B5EF4-FFF2-40B4-BE49-F238E27FC236}">
                <a16:creationId xmlns:a16="http://schemas.microsoft.com/office/drawing/2014/main" id="{94384908-A704-429E-9B2E-E8019F03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288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73" name="struct-matrix-4-2">
            <a:extLst xmlns:a="http://schemas.openxmlformats.org/drawingml/2006/main">
              <a:ext uri="{FF2B5EF4-FFF2-40B4-BE49-F238E27FC236}">
                <a16:creationId xmlns:a16="http://schemas.microsoft.com/office/drawing/2014/main" id="{0FE4F0C1-4786-4AE9-80EF-68255BF8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288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74" name="struct-matrix-4-3">
            <a:extLst xmlns:a="http://schemas.openxmlformats.org/drawingml/2006/main">
              <a:ext uri="{FF2B5EF4-FFF2-40B4-BE49-F238E27FC236}">
                <a16:creationId xmlns:a16="http://schemas.microsoft.com/office/drawing/2014/main" id="{F64D53D4-9A5D-430E-8FC1-9D8585D3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0288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75" name="struct-matrix-4-4">
            <a:extLst xmlns:a="http://schemas.openxmlformats.org/drawingml/2006/main">
              <a:ext uri="{FF2B5EF4-FFF2-40B4-BE49-F238E27FC236}">
                <a16:creationId xmlns:a16="http://schemas.microsoft.com/office/drawing/2014/main" id="{1B5DE0A5-6126-40DF-AEB0-3C207EA1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288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176" name="struct-to-encoder">
            <a:extLst xmlns:a="http://schemas.openxmlformats.org/drawingml/2006/main">
              <a:ext uri="{FF2B5EF4-FFF2-40B4-BE49-F238E27FC236}">
                <a16:creationId xmlns:a16="http://schemas.microsoft.com/office/drawing/2014/main" id="{8DCC4DEF-363D-4A86-B047-B0E9029A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323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77" name="struct-to-encoder-head">
            <a:extLst xmlns:a="http://schemas.openxmlformats.org/drawingml/2006/main">
              <a:ext uri="{FF2B5EF4-FFF2-40B4-BE49-F238E27FC236}">
                <a16:creationId xmlns:a16="http://schemas.microsoft.com/office/drawing/2014/main" id="{0D0B53BE-CF7C-4EC5-94E5-B755F716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81750" y="18478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178" name="struct-encoder">
            <a:extLst xmlns:a="http://schemas.openxmlformats.org/drawingml/2006/main">
              <a:ext uri="{FF2B5EF4-FFF2-40B4-BE49-F238E27FC236}">
                <a16:creationId xmlns:a16="http://schemas.microsoft.com/office/drawing/2014/main" id="{D55C4B69-6C44-45B5-9BB2-5C9DA7ED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57350"/>
            <a:ext cx="62865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9525">
            <a:solidFill>
              <a:srgbClr val="3D9148"/>
            </a:solidFill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Graph</a:t>
            </a:r>
          </a:p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Encoder</a:t>
            </a:r>
          </a:p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(L layers)</a:t>
            </a:r>
          </a:p>
        </p:txBody>
      </p:sp>
      <p:sp>
        <p:nvSpPr>
          <p:cNvPr id="179" name="image-panel">
            <a:extLst xmlns:a="http://schemas.openxmlformats.org/drawingml/2006/main">
              <a:ext uri="{FF2B5EF4-FFF2-40B4-BE49-F238E27FC236}">
                <a16:creationId xmlns:a16="http://schemas.microsoft.com/office/drawing/2014/main" id="{8780C2E2-7EAB-415E-A418-BC5B4234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62200"/>
            <a:ext cx="44196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0478">
            <a:solidFill>
              <a:srgbClr val="F28A2E"/>
            </a:solidFill>
          </a:ln>
        </p:spPr>
      </p:sp>
      <p:sp>
        <p:nvSpPr>
          <p:cNvPr id="180" name="image-title">
            <a:extLst xmlns:a="http://schemas.openxmlformats.org/drawingml/2006/main">
              <a:ext uri="{FF2B5EF4-FFF2-40B4-BE49-F238E27FC236}">
                <a16:creationId xmlns:a16="http://schemas.microsoft.com/office/drawing/2014/main" id="{66173FF4-564A-4C64-B6E3-D0DEBD7C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28875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F28A2E"/>
                </a:solidFill>
                <a:latin typeface="Georgia"/>
                <a:ea typeface="Georgia"/>
                <a:cs typeface="Georgia"/>
              </a:defRPr>
            </a:pPr>
            <a:r>
              <a:rPr sz="1013" b="1" i="0">
                <a:solidFill>
                  <a:srgbClr val="F28A2E"/>
                </a:solidFill>
                <a:latin typeface="Georgia"/>
                <a:ea typeface="Georgia"/>
                <a:cs typeface="Georgia"/>
              </a:rPr>
              <a:t>Image Semantic View Gᵥ</a:t>
            </a:r>
          </a:p>
        </p:txBody>
      </p:sp>
      <p:sp>
        <p:nvSpPr>
          <p:cNvPr id="181" name="image-subtitle">
            <a:extLst xmlns:a="http://schemas.openxmlformats.org/drawingml/2006/main">
              <a:ext uri="{FF2B5EF4-FFF2-40B4-BE49-F238E27FC236}">
                <a16:creationId xmlns:a16="http://schemas.microsoft.com/office/drawing/2014/main" id="{86E0D76D-A8FD-486A-9F91-1E085F35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00325"/>
            <a:ext cx="16192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28A2E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F28A2E"/>
                </a:solidFill>
                <a:latin typeface="Georgia"/>
                <a:ea typeface="Georgia"/>
                <a:cs typeface="Georgia"/>
              </a:rPr>
              <a:t>(ANN on image)</a:t>
            </a:r>
          </a:p>
        </p:txBody>
      </p:sp>
      <p:sp>
        <p:nvSpPr>
          <p:cNvPr id="182" name="image-source-graph-edge-0">
            <a:extLst xmlns:a="http://schemas.openxmlformats.org/drawingml/2006/main">
              <a:ext uri="{FF2B5EF4-FFF2-40B4-BE49-F238E27FC236}">
                <a16:creationId xmlns:a16="http://schemas.microsoft.com/office/drawing/2014/main" id="{1D52D90D-03D2-4506-BAD7-8270643A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2733675"/>
            <a:ext cx="372904" cy="17907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83" name="image-source-graph-edge-1">
            <a:extLst xmlns:a="http://schemas.openxmlformats.org/drawingml/2006/main">
              <a:ext uri="{FF2B5EF4-FFF2-40B4-BE49-F238E27FC236}">
                <a16:creationId xmlns:a16="http://schemas.microsoft.com/office/drawing/2014/main" id="{C09B44BC-A987-4225-BA7A-B4CE944E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2733675"/>
            <a:ext cx="690563" cy="4953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84" name="image-source-graph-edge-2">
            <a:extLst xmlns:a="http://schemas.openxmlformats.org/drawingml/2006/main">
              <a:ext uri="{FF2B5EF4-FFF2-40B4-BE49-F238E27FC236}">
                <a16:creationId xmlns:a16="http://schemas.microsoft.com/office/drawing/2014/main" id="{AE5C82C7-59A8-463F-BA0C-3EBE5937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544" y="2783205"/>
            <a:ext cx="317659" cy="12954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85" name="image-source-graph-edge-3">
            <a:extLst xmlns:a="http://schemas.openxmlformats.org/drawingml/2006/main">
              <a:ext uri="{FF2B5EF4-FFF2-40B4-BE49-F238E27FC236}">
                <a16:creationId xmlns:a16="http://schemas.microsoft.com/office/drawing/2014/main" id="{C76C5CD4-7205-4820-998B-2187D1EB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544" y="2874645"/>
            <a:ext cx="690563" cy="3810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86" name="image-source-graph-edge-4">
            <a:extLst xmlns:a="http://schemas.openxmlformats.org/drawingml/2006/main">
              <a:ext uri="{FF2B5EF4-FFF2-40B4-BE49-F238E27FC236}">
                <a16:creationId xmlns:a16="http://schemas.microsoft.com/office/drawing/2014/main" id="{90D00FDB-4ADE-4781-83A8-C86535E6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03" y="2783205"/>
            <a:ext cx="372904" cy="9144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87" name="image-source-graph-edge-5">
            <a:extLst xmlns:a="http://schemas.openxmlformats.org/drawingml/2006/main">
              <a:ext uri="{FF2B5EF4-FFF2-40B4-BE49-F238E27FC236}">
                <a16:creationId xmlns:a16="http://schemas.microsoft.com/office/drawing/2014/main" id="{35E4F785-8529-4DB5-A2DA-90B119CE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03" y="2707005"/>
            <a:ext cx="193357" cy="7620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88" name="image-source-graph-edge-6">
            <a:extLst xmlns:a="http://schemas.openxmlformats.org/drawingml/2006/main">
              <a:ext uri="{FF2B5EF4-FFF2-40B4-BE49-F238E27FC236}">
                <a16:creationId xmlns:a16="http://schemas.microsoft.com/office/drawing/2014/main" id="{43443232-BFE1-4C72-BBA7-402675B4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2733675"/>
            <a:ext cx="193357" cy="9525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89" name="image-source-graph-edge-7">
            <a:extLst xmlns:a="http://schemas.openxmlformats.org/drawingml/2006/main">
              <a:ext uri="{FF2B5EF4-FFF2-40B4-BE49-F238E27FC236}">
                <a16:creationId xmlns:a16="http://schemas.microsoft.com/office/drawing/2014/main" id="{98561F77-6ABC-431B-A83E-1B215A2D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8" y="2828925"/>
            <a:ext cx="870109" cy="4572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190" name="image-source-graph-node-0">
            <a:extLst xmlns:a="http://schemas.openxmlformats.org/drawingml/2006/main">
              <a:ext uri="{FF2B5EF4-FFF2-40B4-BE49-F238E27FC236}">
                <a16:creationId xmlns:a16="http://schemas.microsoft.com/office/drawing/2014/main" id="{F844CADC-6AB8-4DA0-B563-D8710E4C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015" y="268605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28A2E"/>
            </a:solidFill>
          </a:ln>
        </p:spPr>
      </p:sp>
      <p:sp>
        <p:nvSpPr>
          <p:cNvPr id="191" name="image-source-graph-node-1">
            <a:extLst xmlns:a="http://schemas.openxmlformats.org/drawingml/2006/main">
              <a:ext uri="{FF2B5EF4-FFF2-40B4-BE49-F238E27FC236}">
                <a16:creationId xmlns:a16="http://schemas.microsoft.com/office/drawing/2014/main" id="{0491B6C0-752D-4CA3-9CAF-E57ABE46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919" y="286512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28A2E"/>
            </a:solidFill>
          </a:ln>
        </p:spPr>
      </p:sp>
      <p:sp>
        <p:nvSpPr>
          <p:cNvPr id="192" name="image-source-graph-node-2">
            <a:extLst xmlns:a="http://schemas.openxmlformats.org/drawingml/2006/main">
              <a:ext uri="{FF2B5EF4-FFF2-40B4-BE49-F238E27FC236}">
                <a16:creationId xmlns:a16="http://schemas.microsoft.com/office/drawing/2014/main" id="{B86A9004-9D23-4C3D-A772-4CD328DD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78" y="273558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28A2E"/>
            </a:solidFill>
          </a:ln>
        </p:spPr>
      </p:sp>
      <p:sp>
        <p:nvSpPr>
          <p:cNvPr id="193" name="image-source-graph-node-3">
            <a:extLst xmlns:a="http://schemas.openxmlformats.org/drawingml/2006/main">
              <a:ext uri="{FF2B5EF4-FFF2-40B4-BE49-F238E27FC236}">
                <a16:creationId xmlns:a16="http://schemas.microsoft.com/office/drawing/2014/main" id="{0D8B3654-B77A-413D-8072-EC6BBE18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481" y="282702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28A2E"/>
            </a:solidFill>
          </a:ln>
        </p:spPr>
      </p:sp>
      <p:sp>
        <p:nvSpPr>
          <p:cNvPr id="194" name="image-source-graph-node-4">
            <a:extLst xmlns:a="http://schemas.openxmlformats.org/drawingml/2006/main">
              <a:ext uri="{FF2B5EF4-FFF2-40B4-BE49-F238E27FC236}">
                <a16:creationId xmlns:a16="http://schemas.microsoft.com/office/drawing/2014/main" id="{A7B85143-F463-471F-9717-3D579147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373" y="278130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28A2E"/>
            </a:solidFill>
          </a:ln>
        </p:spPr>
      </p:sp>
      <p:sp>
        <p:nvSpPr>
          <p:cNvPr id="195" name="image-source-graph-node-5">
            <a:extLst xmlns:a="http://schemas.openxmlformats.org/drawingml/2006/main">
              <a:ext uri="{FF2B5EF4-FFF2-40B4-BE49-F238E27FC236}">
                <a16:creationId xmlns:a16="http://schemas.microsoft.com/office/drawing/2014/main" id="{BF227D21-3EF4-4B9C-9ACB-1711389F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35" y="265938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28A2E"/>
            </a:solidFill>
          </a:ln>
        </p:spPr>
      </p:sp>
      <p:sp>
        <p:nvSpPr>
          <p:cNvPr id="196" name="image-to-adj">
            <a:extLst xmlns:a="http://schemas.openxmlformats.org/drawingml/2006/main">
              <a:ext uri="{FF2B5EF4-FFF2-40B4-BE49-F238E27FC236}">
                <a16:creationId xmlns:a16="http://schemas.microsoft.com/office/drawing/2014/main" id="{A0604E70-4236-4C59-A9A1-B4080462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838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97" name="image-to-adj-head">
            <a:extLst xmlns:a="http://schemas.openxmlformats.org/drawingml/2006/main">
              <a:ext uri="{FF2B5EF4-FFF2-40B4-BE49-F238E27FC236}">
                <a16:creationId xmlns:a16="http://schemas.microsoft.com/office/drawing/2014/main" id="{8DAE732B-EF15-445D-ABF6-4AA8CC99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29250" y="26860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198" name="image-process-label">
            <a:extLst xmlns:a="http://schemas.openxmlformats.org/drawingml/2006/main">
              <a:ext uri="{FF2B5EF4-FFF2-40B4-BE49-F238E27FC236}">
                <a16:creationId xmlns:a16="http://schemas.microsoft.com/office/drawing/2014/main" id="{9036BF64-5A15-4397-A6B7-AE49E829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71750"/>
            <a:ext cx="64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kNN</a:t>
            </a:r>
          </a:p>
          <a:p xmlns:a="http://schemas.openxmlformats.org/drawingml/2006/main">
            <a:pPr algn="ctr">
              <a:defRPr sz="713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Sparsify</a:t>
            </a:r>
          </a:p>
        </p:txBody>
      </p:sp>
      <p:sp>
        <p:nvSpPr>
          <p:cNvPr id="199" name="image-matrix-frame">
            <a:extLst xmlns:a="http://schemas.openxmlformats.org/drawingml/2006/main">
              <a:ext uri="{FF2B5EF4-FFF2-40B4-BE49-F238E27FC236}">
                <a16:creationId xmlns:a16="http://schemas.microsoft.com/office/drawing/2014/main" id="{10DD3FA9-E705-4DC6-A8B2-6AFC1FBE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14600"/>
            <a:ext cx="428625" cy="428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28A2E"/>
            </a:solidFill>
          </a:ln>
        </p:spPr>
      </p:sp>
      <p:sp>
        <p:nvSpPr>
          <p:cNvPr id="200" name="image-matrix-0-0">
            <a:extLst xmlns:a="http://schemas.openxmlformats.org/drawingml/2006/main">
              <a:ext uri="{FF2B5EF4-FFF2-40B4-BE49-F238E27FC236}">
                <a16:creationId xmlns:a16="http://schemas.microsoft.com/office/drawing/2014/main" id="{06CA7871-ADD1-4BC5-A842-63E167F4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241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01" name="image-matrix-0-1">
            <a:extLst xmlns:a="http://schemas.openxmlformats.org/drawingml/2006/main">
              <a:ext uri="{FF2B5EF4-FFF2-40B4-BE49-F238E27FC236}">
                <a16:creationId xmlns:a16="http://schemas.microsoft.com/office/drawing/2014/main" id="{157DBF81-2FC4-4CB4-917D-E9AE5292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241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02" name="image-matrix-0-2">
            <a:extLst xmlns:a="http://schemas.openxmlformats.org/drawingml/2006/main">
              <a:ext uri="{FF2B5EF4-FFF2-40B4-BE49-F238E27FC236}">
                <a16:creationId xmlns:a16="http://schemas.microsoft.com/office/drawing/2014/main" id="{65960EB2-2BE7-49B7-8C6A-422EAB1F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241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03" name="image-matrix-0-3">
            <a:extLst xmlns:a="http://schemas.openxmlformats.org/drawingml/2006/main">
              <a:ext uri="{FF2B5EF4-FFF2-40B4-BE49-F238E27FC236}">
                <a16:creationId xmlns:a16="http://schemas.microsoft.com/office/drawing/2014/main" id="{3722750D-48A9-4476-8014-5E916908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5241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04" name="image-matrix-0-4">
            <a:extLst xmlns:a="http://schemas.openxmlformats.org/drawingml/2006/main">
              <a:ext uri="{FF2B5EF4-FFF2-40B4-BE49-F238E27FC236}">
                <a16:creationId xmlns:a16="http://schemas.microsoft.com/office/drawing/2014/main" id="{607D0CEA-8685-42D6-98B4-9E84C386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241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05" name="image-matrix-1-0">
            <a:extLst xmlns:a="http://schemas.openxmlformats.org/drawingml/2006/main">
              <a:ext uri="{FF2B5EF4-FFF2-40B4-BE49-F238E27FC236}">
                <a16:creationId xmlns:a16="http://schemas.microsoft.com/office/drawing/2014/main" id="{E3FED156-659B-4CC6-AA0C-0BB07D36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098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06" name="image-matrix-1-1">
            <a:extLst xmlns:a="http://schemas.openxmlformats.org/drawingml/2006/main">
              <a:ext uri="{FF2B5EF4-FFF2-40B4-BE49-F238E27FC236}">
                <a16:creationId xmlns:a16="http://schemas.microsoft.com/office/drawing/2014/main" id="{457B1B86-8D33-41CC-A8BB-15A2C28F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098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07" name="image-matrix-1-2">
            <a:extLst xmlns:a="http://schemas.openxmlformats.org/drawingml/2006/main">
              <a:ext uri="{FF2B5EF4-FFF2-40B4-BE49-F238E27FC236}">
                <a16:creationId xmlns:a16="http://schemas.microsoft.com/office/drawing/2014/main" id="{6FB68D64-D051-40CA-95F5-0FBBE456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098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08" name="image-matrix-1-3">
            <a:extLst xmlns:a="http://schemas.openxmlformats.org/drawingml/2006/main">
              <a:ext uri="{FF2B5EF4-FFF2-40B4-BE49-F238E27FC236}">
                <a16:creationId xmlns:a16="http://schemas.microsoft.com/office/drawing/2014/main" id="{E4FF5CC6-C351-4449-A3B9-1737418A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098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09" name="image-matrix-1-4">
            <a:extLst xmlns:a="http://schemas.openxmlformats.org/drawingml/2006/main">
              <a:ext uri="{FF2B5EF4-FFF2-40B4-BE49-F238E27FC236}">
                <a16:creationId xmlns:a16="http://schemas.microsoft.com/office/drawing/2014/main" id="{EC9F0397-0788-45C9-8E4B-B90CC52D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098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10" name="image-matrix-2-0">
            <a:extLst xmlns:a="http://schemas.openxmlformats.org/drawingml/2006/main">
              <a:ext uri="{FF2B5EF4-FFF2-40B4-BE49-F238E27FC236}">
                <a16:creationId xmlns:a16="http://schemas.microsoft.com/office/drawing/2014/main" id="{4EE58655-C032-4459-A0C9-843BA25B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955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11" name="image-matrix-2-1">
            <a:extLst xmlns:a="http://schemas.openxmlformats.org/drawingml/2006/main">
              <a:ext uri="{FF2B5EF4-FFF2-40B4-BE49-F238E27FC236}">
                <a16:creationId xmlns:a16="http://schemas.microsoft.com/office/drawing/2014/main" id="{FD3F96F3-7519-49C0-8DB1-3B378B58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955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12" name="image-matrix-2-2">
            <a:extLst xmlns:a="http://schemas.openxmlformats.org/drawingml/2006/main">
              <a:ext uri="{FF2B5EF4-FFF2-40B4-BE49-F238E27FC236}">
                <a16:creationId xmlns:a16="http://schemas.microsoft.com/office/drawing/2014/main" id="{2EAB1021-3329-4540-846B-84524718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955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13" name="image-matrix-2-3">
            <a:extLst xmlns:a="http://schemas.openxmlformats.org/drawingml/2006/main">
              <a:ext uri="{FF2B5EF4-FFF2-40B4-BE49-F238E27FC236}">
                <a16:creationId xmlns:a16="http://schemas.microsoft.com/office/drawing/2014/main" id="{E078FCDB-57B1-4B52-8577-EA15084F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955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14" name="image-matrix-2-4">
            <a:extLst xmlns:a="http://schemas.openxmlformats.org/drawingml/2006/main">
              <a:ext uri="{FF2B5EF4-FFF2-40B4-BE49-F238E27FC236}">
                <a16:creationId xmlns:a16="http://schemas.microsoft.com/office/drawing/2014/main" id="{B187C099-0AD8-4625-82DB-AABEC043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955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15" name="image-matrix-3-0">
            <a:extLst xmlns:a="http://schemas.openxmlformats.org/drawingml/2006/main">
              <a:ext uri="{FF2B5EF4-FFF2-40B4-BE49-F238E27FC236}">
                <a16:creationId xmlns:a16="http://schemas.microsoft.com/office/drawing/2014/main" id="{2A786797-0721-4FB2-9096-64B03514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813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16" name="image-matrix-3-1">
            <a:extLst xmlns:a="http://schemas.openxmlformats.org/drawingml/2006/main">
              <a:ext uri="{FF2B5EF4-FFF2-40B4-BE49-F238E27FC236}">
                <a16:creationId xmlns:a16="http://schemas.microsoft.com/office/drawing/2014/main" id="{7CD8E306-903A-4E9E-AB94-91E1E877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813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17" name="image-matrix-3-2">
            <a:extLst xmlns:a="http://schemas.openxmlformats.org/drawingml/2006/main">
              <a:ext uri="{FF2B5EF4-FFF2-40B4-BE49-F238E27FC236}">
                <a16:creationId xmlns:a16="http://schemas.microsoft.com/office/drawing/2014/main" id="{1412B90D-B29F-40B1-A523-D358AAB4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813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18" name="image-matrix-3-3">
            <a:extLst xmlns:a="http://schemas.openxmlformats.org/drawingml/2006/main">
              <a:ext uri="{FF2B5EF4-FFF2-40B4-BE49-F238E27FC236}">
                <a16:creationId xmlns:a16="http://schemas.microsoft.com/office/drawing/2014/main" id="{673B503E-6E31-4FF7-90E6-D7337CE5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7813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19" name="image-matrix-3-4">
            <a:extLst xmlns:a="http://schemas.openxmlformats.org/drawingml/2006/main">
              <a:ext uri="{FF2B5EF4-FFF2-40B4-BE49-F238E27FC236}">
                <a16:creationId xmlns:a16="http://schemas.microsoft.com/office/drawing/2014/main" id="{9150EEF9-E0A8-4939-B633-EC8A4A0B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813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20" name="image-matrix-4-0">
            <a:extLst xmlns:a="http://schemas.openxmlformats.org/drawingml/2006/main">
              <a:ext uri="{FF2B5EF4-FFF2-40B4-BE49-F238E27FC236}">
                <a16:creationId xmlns:a16="http://schemas.microsoft.com/office/drawing/2014/main" id="{36F280CC-2ACE-40D3-BC2D-DCA8695D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670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21" name="image-matrix-4-1">
            <a:extLst xmlns:a="http://schemas.openxmlformats.org/drawingml/2006/main">
              <a:ext uri="{FF2B5EF4-FFF2-40B4-BE49-F238E27FC236}">
                <a16:creationId xmlns:a16="http://schemas.microsoft.com/office/drawing/2014/main" id="{E0CD3950-34E2-41E3-B15D-0B5C24A2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670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22" name="image-matrix-4-2">
            <a:extLst xmlns:a="http://schemas.openxmlformats.org/drawingml/2006/main">
              <a:ext uri="{FF2B5EF4-FFF2-40B4-BE49-F238E27FC236}">
                <a16:creationId xmlns:a16="http://schemas.microsoft.com/office/drawing/2014/main" id="{039079CF-85D3-4754-A9C6-C50A77F2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670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23" name="image-matrix-4-3">
            <a:extLst xmlns:a="http://schemas.openxmlformats.org/drawingml/2006/main">
              <a:ext uri="{FF2B5EF4-FFF2-40B4-BE49-F238E27FC236}">
                <a16:creationId xmlns:a16="http://schemas.microsoft.com/office/drawing/2014/main" id="{01315300-F1DB-4E63-A757-401BE4F8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670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24" name="image-matrix-4-4">
            <a:extLst xmlns:a="http://schemas.openxmlformats.org/drawingml/2006/main">
              <a:ext uri="{FF2B5EF4-FFF2-40B4-BE49-F238E27FC236}">
                <a16:creationId xmlns:a16="http://schemas.microsoft.com/office/drawing/2014/main" id="{9AF7AB65-A729-4AE0-89B0-C777382E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670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25" name="image-to-encoder">
            <a:extLst xmlns:a="http://schemas.openxmlformats.org/drawingml/2006/main">
              <a:ext uri="{FF2B5EF4-FFF2-40B4-BE49-F238E27FC236}">
                <a16:creationId xmlns:a16="http://schemas.microsoft.com/office/drawing/2014/main" id="{240C9CE1-C306-48DE-A888-5539AA13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323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26" name="image-to-encoder-head">
            <a:extLst xmlns:a="http://schemas.openxmlformats.org/drawingml/2006/main">
              <a:ext uri="{FF2B5EF4-FFF2-40B4-BE49-F238E27FC236}">
                <a16:creationId xmlns:a16="http://schemas.microsoft.com/office/drawing/2014/main" id="{6F64A77F-C3BB-470D-B998-62378BA7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81750" y="26860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227" name="image-encoder">
            <a:extLst xmlns:a="http://schemas.openxmlformats.org/drawingml/2006/main">
              <a:ext uri="{FF2B5EF4-FFF2-40B4-BE49-F238E27FC236}">
                <a16:creationId xmlns:a16="http://schemas.microsoft.com/office/drawing/2014/main" id="{5F598BD6-E402-4E94-B176-D0D3E7C8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95550"/>
            <a:ext cx="62865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9525">
            <a:solidFill>
              <a:srgbClr val="F28A2E"/>
            </a:solidFill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Graph</a:t>
            </a:r>
          </a:p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Encoder</a:t>
            </a:r>
          </a:p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(L layers)</a:t>
            </a:r>
          </a:p>
        </p:txBody>
      </p:sp>
      <p:sp>
        <p:nvSpPr>
          <p:cNvPr id="228" name="text-panel">
            <a:extLst xmlns:a="http://schemas.openxmlformats.org/drawingml/2006/main">
              <a:ext uri="{FF2B5EF4-FFF2-40B4-BE49-F238E27FC236}">
                <a16:creationId xmlns:a16="http://schemas.microsoft.com/office/drawing/2014/main" id="{C3A140F8-CAC0-4C80-9C41-F82E0D30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00400"/>
            <a:ext cx="44196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0478">
            <a:solidFill>
              <a:srgbClr val="2F6FD6"/>
            </a:solidFill>
          </a:ln>
        </p:spPr>
      </p:sp>
      <p:sp>
        <p:nvSpPr>
          <p:cNvPr id="229" name="text-title">
            <a:extLst xmlns:a="http://schemas.openxmlformats.org/drawingml/2006/main">
              <a:ext uri="{FF2B5EF4-FFF2-40B4-BE49-F238E27FC236}">
                <a16:creationId xmlns:a16="http://schemas.microsoft.com/office/drawing/2014/main" id="{83367EC5-0688-49DB-AEF6-64E2BC6F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67075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2F6FD6"/>
                </a:solidFill>
                <a:latin typeface="Georgia"/>
                <a:ea typeface="Georgia"/>
                <a:cs typeface="Georgia"/>
              </a:defRPr>
            </a:pPr>
            <a:r>
              <a:rPr sz="1013" b="1" i="0">
                <a:solidFill>
                  <a:srgbClr val="2F6FD6"/>
                </a:solidFill>
                <a:latin typeface="Georgia"/>
                <a:ea typeface="Georgia"/>
                <a:cs typeface="Georgia"/>
              </a:rPr>
              <a:t>Text Semantic View Gₜ</a:t>
            </a:r>
          </a:p>
        </p:txBody>
      </p:sp>
      <p:sp>
        <p:nvSpPr>
          <p:cNvPr id="230" name="text-subtitle">
            <a:extLst xmlns:a="http://schemas.openxmlformats.org/drawingml/2006/main">
              <a:ext uri="{FF2B5EF4-FFF2-40B4-BE49-F238E27FC236}">
                <a16:creationId xmlns:a16="http://schemas.microsoft.com/office/drawing/2014/main" id="{392599C4-52E4-4310-8DE7-3B929E31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38525"/>
            <a:ext cx="16192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2F6FD6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2F6FD6"/>
                </a:solidFill>
                <a:latin typeface="Georgia"/>
                <a:ea typeface="Georgia"/>
                <a:cs typeface="Georgia"/>
              </a:rPr>
              <a:t>(ANN on text)</a:t>
            </a:r>
          </a:p>
        </p:txBody>
      </p:sp>
      <p:sp>
        <p:nvSpPr>
          <p:cNvPr id="231" name="text-source-graph-edge-0">
            <a:extLst xmlns:a="http://schemas.openxmlformats.org/drawingml/2006/main">
              <a:ext uri="{FF2B5EF4-FFF2-40B4-BE49-F238E27FC236}">
                <a16:creationId xmlns:a16="http://schemas.microsoft.com/office/drawing/2014/main" id="{171F6855-6158-4E92-8C7F-8A9643E2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3571875"/>
            <a:ext cx="372904" cy="17907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32" name="text-source-graph-edge-1">
            <a:extLst xmlns:a="http://schemas.openxmlformats.org/drawingml/2006/main">
              <a:ext uri="{FF2B5EF4-FFF2-40B4-BE49-F238E27FC236}">
                <a16:creationId xmlns:a16="http://schemas.microsoft.com/office/drawing/2014/main" id="{E258AE5F-888D-4C00-A4B5-EA963C1B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3571875"/>
            <a:ext cx="690563" cy="4953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33" name="text-source-graph-edge-2">
            <a:extLst xmlns:a="http://schemas.openxmlformats.org/drawingml/2006/main">
              <a:ext uri="{FF2B5EF4-FFF2-40B4-BE49-F238E27FC236}">
                <a16:creationId xmlns:a16="http://schemas.microsoft.com/office/drawing/2014/main" id="{50454A5B-9D02-4D1F-89D8-1C001393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544" y="3621405"/>
            <a:ext cx="317659" cy="12954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34" name="text-source-graph-edge-3">
            <a:extLst xmlns:a="http://schemas.openxmlformats.org/drawingml/2006/main">
              <a:ext uri="{FF2B5EF4-FFF2-40B4-BE49-F238E27FC236}">
                <a16:creationId xmlns:a16="http://schemas.microsoft.com/office/drawing/2014/main" id="{E5BB7983-68E0-4886-BAA5-CCBF3253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544" y="3712845"/>
            <a:ext cx="690563" cy="3810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35" name="text-source-graph-edge-4">
            <a:extLst xmlns:a="http://schemas.openxmlformats.org/drawingml/2006/main">
              <a:ext uri="{FF2B5EF4-FFF2-40B4-BE49-F238E27FC236}">
                <a16:creationId xmlns:a16="http://schemas.microsoft.com/office/drawing/2014/main" id="{DCEF05FD-5912-4659-BC6E-C2598749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03" y="3621405"/>
            <a:ext cx="372904" cy="9144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36" name="text-source-graph-edge-5">
            <a:extLst xmlns:a="http://schemas.openxmlformats.org/drawingml/2006/main">
              <a:ext uri="{FF2B5EF4-FFF2-40B4-BE49-F238E27FC236}">
                <a16:creationId xmlns:a16="http://schemas.microsoft.com/office/drawing/2014/main" id="{C992E429-A6C9-4A25-8498-E58794AF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03" y="3545205"/>
            <a:ext cx="193357" cy="7620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37" name="text-source-graph-edge-6">
            <a:extLst xmlns:a="http://schemas.openxmlformats.org/drawingml/2006/main">
              <a:ext uri="{FF2B5EF4-FFF2-40B4-BE49-F238E27FC236}">
                <a16:creationId xmlns:a16="http://schemas.microsoft.com/office/drawing/2014/main" id="{F9D298EC-BB97-419A-91E1-17A95BB5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3571875"/>
            <a:ext cx="193357" cy="9525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38" name="text-source-graph-edge-7">
            <a:extLst xmlns:a="http://schemas.openxmlformats.org/drawingml/2006/main">
              <a:ext uri="{FF2B5EF4-FFF2-40B4-BE49-F238E27FC236}">
                <a16:creationId xmlns:a16="http://schemas.microsoft.com/office/drawing/2014/main" id="{2819CF16-DA4C-45E3-A4D4-84311615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8" y="3667125"/>
            <a:ext cx="870109" cy="4572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39" name="text-source-graph-node-0">
            <a:extLst xmlns:a="http://schemas.openxmlformats.org/drawingml/2006/main">
              <a:ext uri="{FF2B5EF4-FFF2-40B4-BE49-F238E27FC236}">
                <a16:creationId xmlns:a16="http://schemas.microsoft.com/office/drawing/2014/main" id="{8273896E-4F1C-4A44-BD67-5EEE962E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015" y="352425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240" name="text-source-graph-node-1">
            <a:extLst xmlns:a="http://schemas.openxmlformats.org/drawingml/2006/main">
              <a:ext uri="{FF2B5EF4-FFF2-40B4-BE49-F238E27FC236}">
                <a16:creationId xmlns:a16="http://schemas.microsoft.com/office/drawing/2014/main" id="{A02BE970-4727-49CB-B233-B781808B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919" y="370332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241" name="text-source-graph-node-2">
            <a:extLst xmlns:a="http://schemas.openxmlformats.org/drawingml/2006/main">
              <a:ext uri="{FF2B5EF4-FFF2-40B4-BE49-F238E27FC236}">
                <a16:creationId xmlns:a16="http://schemas.microsoft.com/office/drawing/2014/main" id="{EA88DA6B-6121-41BC-8170-B11226BE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78" y="357378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242" name="text-source-graph-node-3">
            <a:extLst xmlns:a="http://schemas.openxmlformats.org/drawingml/2006/main">
              <a:ext uri="{FF2B5EF4-FFF2-40B4-BE49-F238E27FC236}">
                <a16:creationId xmlns:a16="http://schemas.microsoft.com/office/drawing/2014/main" id="{39431159-4C69-4C62-8998-93C25E16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481" y="366522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243" name="text-source-graph-node-4">
            <a:extLst xmlns:a="http://schemas.openxmlformats.org/drawingml/2006/main">
              <a:ext uri="{FF2B5EF4-FFF2-40B4-BE49-F238E27FC236}">
                <a16:creationId xmlns:a16="http://schemas.microsoft.com/office/drawing/2014/main" id="{0997E27F-CB83-466D-9C57-4F772FC3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373" y="361950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244" name="text-source-graph-node-5">
            <a:extLst xmlns:a="http://schemas.openxmlformats.org/drawingml/2006/main">
              <a:ext uri="{FF2B5EF4-FFF2-40B4-BE49-F238E27FC236}">
                <a16:creationId xmlns:a16="http://schemas.microsoft.com/office/drawing/2014/main" id="{FB222E67-A57F-4826-ADE9-57E28F57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35" y="349758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245" name="text-to-adj">
            <a:extLst xmlns:a="http://schemas.openxmlformats.org/drawingml/2006/main">
              <a:ext uri="{FF2B5EF4-FFF2-40B4-BE49-F238E27FC236}">
                <a16:creationId xmlns:a16="http://schemas.microsoft.com/office/drawing/2014/main" id="{0AA01057-C7F9-458B-85AC-946F3C03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838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46" name="text-to-adj-head">
            <a:extLst xmlns:a="http://schemas.openxmlformats.org/drawingml/2006/main">
              <a:ext uri="{FF2B5EF4-FFF2-40B4-BE49-F238E27FC236}">
                <a16:creationId xmlns:a16="http://schemas.microsoft.com/office/drawing/2014/main" id="{DEFC2805-30CA-4112-BED0-6571C673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29250" y="35242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247" name="text-process-label">
            <a:extLst xmlns:a="http://schemas.openxmlformats.org/drawingml/2006/main">
              <a:ext uri="{FF2B5EF4-FFF2-40B4-BE49-F238E27FC236}">
                <a16:creationId xmlns:a16="http://schemas.microsoft.com/office/drawing/2014/main" id="{E5639ADD-D925-455E-8D9C-06D4A58B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09950"/>
            <a:ext cx="64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kNN</a:t>
            </a:r>
          </a:p>
          <a:p xmlns:a="http://schemas.openxmlformats.org/drawingml/2006/main">
            <a:pPr algn="ctr">
              <a:defRPr sz="713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Sparsify</a:t>
            </a:r>
          </a:p>
        </p:txBody>
      </p:sp>
      <p:sp>
        <p:nvSpPr>
          <p:cNvPr id="248" name="text-matrix-frame">
            <a:extLst xmlns:a="http://schemas.openxmlformats.org/drawingml/2006/main">
              <a:ext uri="{FF2B5EF4-FFF2-40B4-BE49-F238E27FC236}">
                <a16:creationId xmlns:a16="http://schemas.microsoft.com/office/drawing/2014/main" id="{479EC10E-5167-4A1C-9615-DFE90452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52800"/>
            <a:ext cx="428625" cy="428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6FD6"/>
            </a:solidFill>
          </a:ln>
        </p:spPr>
      </p:sp>
      <p:sp>
        <p:nvSpPr>
          <p:cNvPr id="249" name="text-matrix-0-0">
            <a:extLst xmlns:a="http://schemas.openxmlformats.org/drawingml/2006/main">
              <a:ext uri="{FF2B5EF4-FFF2-40B4-BE49-F238E27FC236}">
                <a16:creationId xmlns:a16="http://schemas.microsoft.com/office/drawing/2014/main" id="{87ADC2A8-A64A-4EF5-842A-DB2A1805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623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50" name="text-matrix-0-1">
            <a:extLst xmlns:a="http://schemas.openxmlformats.org/drawingml/2006/main">
              <a:ext uri="{FF2B5EF4-FFF2-40B4-BE49-F238E27FC236}">
                <a16:creationId xmlns:a16="http://schemas.microsoft.com/office/drawing/2014/main" id="{36DC084A-ACC8-428A-84A9-FC994B7F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623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51" name="text-matrix-0-2">
            <a:extLst xmlns:a="http://schemas.openxmlformats.org/drawingml/2006/main">
              <a:ext uri="{FF2B5EF4-FFF2-40B4-BE49-F238E27FC236}">
                <a16:creationId xmlns:a16="http://schemas.microsoft.com/office/drawing/2014/main" id="{D75527B9-DCBF-450F-BF3C-64F79888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623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52" name="text-matrix-0-3">
            <a:extLst xmlns:a="http://schemas.openxmlformats.org/drawingml/2006/main">
              <a:ext uri="{FF2B5EF4-FFF2-40B4-BE49-F238E27FC236}">
                <a16:creationId xmlns:a16="http://schemas.microsoft.com/office/drawing/2014/main" id="{0C9A49E4-6E9D-4268-B64F-FD1FF97B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3623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53" name="text-matrix-0-4">
            <a:extLst xmlns:a="http://schemas.openxmlformats.org/drawingml/2006/main">
              <a:ext uri="{FF2B5EF4-FFF2-40B4-BE49-F238E27FC236}">
                <a16:creationId xmlns:a16="http://schemas.microsoft.com/office/drawing/2014/main" id="{4201CBD4-2C96-4744-A4B5-E6211431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623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54" name="text-matrix-1-0">
            <a:extLst xmlns:a="http://schemas.openxmlformats.org/drawingml/2006/main">
              <a:ext uri="{FF2B5EF4-FFF2-40B4-BE49-F238E27FC236}">
                <a16:creationId xmlns:a16="http://schemas.microsoft.com/office/drawing/2014/main" id="{0C4A787B-DFF4-4910-8DA5-03BF9531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480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55" name="text-matrix-1-1">
            <a:extLst xmlns:a="http://schemas.openxmlformats.org/drawingml/2006/main">
              <a:ext uri="{FF2B5EF4-FFF2-40B4-BE49-F238E27FC236}">
                <a16:creationId xmlns:a16="http://schemas.microsoft.com/office/drawing/2014/main" id="{61F442FD-17E4-4535-88CD-ED1CFC31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480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56" name="text-matrix-1-2">
            <a:extLst xmlns:a="http://schemas.openxmlformats.org/drawingml/2006/main">
              <a:ext uri="{FF2B5EF4-FFF2-40B4-BE49-F238E27FC236}">
                <a16:creationId xmlns:a16="http://schemas.microsoft.com/office/drawing/2014/main" id="{8F0FBDEC-11BE-4440-AD4A-74434A92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480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57" name="text-matrix-1-3">
            <a:extLst xmlns:a="http://schemas.openxmlformats.org/drawingml/2006/main">
              <a:ext uri="{FF2B5EF4-FFF2-40B4-BE49-F238E27FC236}">
                <a16:creationId xmlns:a16="http://schemas.microsoft.com/office/drawing/2014/main" id="{8F03FC32-F021-4C51-856B-652519A6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4480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58" name="text-matrix-1-4">
            <a:extLst xmlns:a="http://schemas.openxmlformats.org/drawingml/2006/main">
              <a:ext uri="{FF2B5EF4-FFF2-40B4-BE49-F238E27FC236}">
                <a16:creationId xmlns:a16="http://schemas.microsoft.com/office/drawing/2014/main" id="{2996F1B4-8611-4DC9-AFDB-CC24815D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480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59" name="text-matrix-2-0">
            <a:extLst xmlns:a="http://schemas.openxmlformats.org/drawingml/2006/main">
              <a:ext uri="{FF2B5EF4-FFF2-40B4-BE49-F238E27FC236}">
                <a16:creationId xmlns:a16="http://schemas.microsoft.com/office/drawing/2014/main" id="{26061B1C-ACBF-4A8B-8CF8-B202A13A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337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60" name="text-matrix-2-1">
            <a:extLst xmlns:a="http://schemas.openxmlformats.org/drawingml/2006/main">
              <a:ext uri="{FF2B5EF4-FFF2-40B4-BE49-F238E27FC236}">
                <a16:creationId xmlns:a16="http://schemas.microsoft.com/office/drawing/2014/main" id="{5E802896-3202-4577-881E-21D44CD8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5337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61" name="text-matrix-2-2">
            <a:extLst xmlns:a="http://schemas.openxmlformats.org/drawingml/2006/main">
              <a:ext uri="{FF2B5EF4-FFF2-40B4-BE49-F238E27FC236}">
                <a16:creationId xmlns:a16="http://schemas.microsoft.com/office/drawing/2014/main" id="{EDFC7B1D-815B-47A7-9A73-A44E80EF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337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62" name="text-matrix-2-3">
            <a:extLst xmlns:a="http://schemas.openxmlformats.org/drawingml/2006/main">
              <a:ext uri="{FF2B5EF4-FFF2-40B4-BE49-F238E27FC236}">
                <a16:creationId xmlns:a16="http://schemas.microsoft.com/office/drawing/2014/main" id="{8A00A568-6485-44D6-99B9-8F1D7FFD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5337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63" name="text-matrix-2-4">
            <a:extLst xmlns:a="http://schemas.openxmlformats.org/drawingml/2006/main">
              <a:ext uri="{FF2B5EF4-FFF2-40B4-BE49-F238E27FC236}">
                <a16:creationId xmlns:a16="http://schemas.microsoft.com/office/drawing/2014/main" id="{5F739D5D-912B-4649-92C4-9F4D9631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337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64" name="text-matrix-3-0">
            <a:extLst xmlns:a="http://schemas.openxmlformats.org/drawingml/2006/main">
              <a:ext uri="{FF2B5EF4-FFF2-40B4-BE49-F238E27FC236}">
                <a16:creationId xmlns:a16="http://schemas.microsoft.com/office/drawing/2014/main" id="{D72D810C-9B52-4053-BBB9-5170C639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65" name="text-matrix-3-1">
            <a:extLst xmlns:a="http://schemas.openxmlformats.org/drawingml/2006/main">
              <a:ext uri="{FF2B5EF4-FFF2-40B4-BE49-F238E27FC236}">
                <a16:creationId xmlns:a16="http://schemas.microsoft.com/office/drawing/2014/main" id="{CF4A4F04-9620-4FDC-B438-777A23D9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195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66" name="text-matrix-3-2">
            <a:extLst xmlns:a="http://schemas.openxmlformats.org/drawingml/2006/main">
              <a:ext uri="{FF2B5EF4-FFF2-40B4-BE49-F238E27FC236}">
                <a16:creationId xmlns:a16="http://schemas.microsoft.com/office/drawing/2014/main" id="{6DCA97A3-8A1F-4422-8FCA-CB336FC7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195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67" name="text-matrix-3-3">
            <a:extLst xmlns:a="http://schemas.openxmlformats.org/drawingml/2006/main">
              <a:ext uri="{FF2B5EF4-FFF2-40B4-BE49-F238E27FC236}">
                <a16:creationId xmlns:a16="http://schemas.microsoft.com/office/drawing/2014/main" id="{7A929016-7569-45E9-8F36-CE0DC335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6195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68" name="text-matrix-3-4">
            <a:extLst xmlns:a="http://schemas.openxmlformats.org/drawingml/2006/main">
              <a:ext uri="{FF2B5EF4-FFF2-40B4-BE49-F238E27FC236}">
                <a16:creationId xmlns:a16="http://schemas.microsoft.com/office/drawing/2014/main" id="{10D0ECEE-AAEB-478C-825C-B8EDADB1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195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69" name="text-matrix-4-0">
            <a:extLst xmlns:a="http://schemas.openxmlformats.org/drawingml/2006/main">
              <a:ext uri="{FF2B5EF4-FFF2-40B4-BE49-F238E27FC236}">
                <a16:creationId xmlns:a16="http://schemas.microsoft.com/office/drawing/2014/main" id="{5F10A714-587C-458C-96D7-79841CE3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052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70" name="text-matrix-4-1">
            <a:extLst xmlns:a="http://schemas.openxmlformats.org/drawingml/2006/main">
              <a:ext uri="{FF2B5EF4-FFF2-40B4-BE49-F238E27FC236}">
                <a16:creationId xmlns:a16="http://schemas.microsoft.com/office/drawing/2014/main" id="{8E8EF986-5977-4580-98CC-18F4B5E3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7052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71" name="text-matrix-4-2">
            <a:extLst xmlns:a="http://schemas.openxmlformats.org/drawingml/2006/main">
              <a:ext uri="{FF2B5EF4-FFF2-40B4-BE49-F238E27FC236}">
                <a16:creationId xmlns:a16="http://schemas.microsoft.com/office/drawing/2014/main" id="{5C9C04EE-9A25-43A4-A94A-90D529EC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052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72" name="text-matrix-4-3">
            <a:extLst xmlns:a="http://schemas.openxmlformats.org/drawingml/2006/main">
              <a:ext uri="{FF2B5EF4-FFF2-40B4-BE49-F238E27FC236}">
                <a16:creationId xmlns:a16="http://schemas.microsoft.com/office/drawing/2014/main" id="{A3B18CD7-7183-4AB1-BA34-E8441481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7052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73" name="text-matrix-4-4">
            <a:extLst xmlns:a="http://schemas.openxmlformats.org/drawingml/2006/main">
              <a:ext uri="{FF2B5EF4-FFF2-40B4-BE49-F238E27FC236}">
                <a16:creationId xmlns:a16="http://schemas.microsoft.com/office/drawing/2014/main" id="{154D6F54-053F-48E5-ACE8-9A59246E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052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74" name="text-to-encoder">
            <a:extLst xmlns:a="http://schemas.openxmlformats.org/drawingml/2006/main">
              <a:ext uri="{FF2B5EF4-FFF2-40B4-BE49-F238E27FC236}">
                <a16:creationId xmlns:a16="http://schemas.microsoft.com/office/drawing/2014/main" id="{5FF90452-257C-4D6E-A3AD-CB7019A8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323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75" name="text-to-encoder-head">
            <a:extLst xmlns:a="http://schemas.openxmlformats.org/drawingml/2006/main">
              <a:ext uri="{FF2B5EF4-FFF2-40B4-BE49-F238E27FC236}">
                <a16:creationId xmlns:a16="http://schemas.microsoft.com/office/drawing/2014/main" id="{222D8949-E515-46CA-AEDE-62D26CD7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81750" y="35242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276" name="text-encoder">
            <a:extLst xmlns:a="http://schemas.openxmlformats.org/drawingml/2006/main">
              <a:ext uri="{FF2B5EF4-FFF2-40B4-BE49-F238E27FC236}">
                <a16:creationId xmlns:a16="http://schemas.microsoft.com/office/drawing/2014/main" id="{E6A264C0-F258-45D3-9E2E-608A35A4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33750"/>
            <a:ext cx="62865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9525">
            <a:solidFill>
              <a:srgbClr val="2F6FD6"/>
            </a:solidFill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Graph</a:t>
            </a:r>
          </a:p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Encoder</a:t>
            </a:r>
          </a:p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(L layers)</a:t>
            </a:r>
          </a:p>
        </p:txBody>
      </p:sp>
      <p:sp>
        <p:nvSpPr>
          <p:cNvPr id="277" name="beit3-panel">
            <a:extLst xmlns:a="http://schemas.openxmlformats.org/drawingml/2006/main">
              <a:ext uri="{FF2B5EF4-FFF2-40B4-BE49-F238E27FC236}">
                <a16:creationId xmlns:a16="http://schemas.microsoft.com/office/drawing/2014/main" id="{C40594DC-D036-4164-B3C6-1A155916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38600"/>
            <a:ext cx="44196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0478">
            <a:solidFill>
              <a:srgbClr val="8A55CC"/>
            </a:solidFill>
          </a:ln>
        </p:spPr>
      </p:sp>
      <p:sp>
        <p:nvSpPr>
          <p:cNvPr id="278" name="beit3-title">
            <a:extLst xmlns:a="http://schemas.openxmlformats.org/drawingml/2006/main">
              <a:ext uri="{FF2B5EF4-FFF2-40B4-BE49-F238E27FC236}">
                <a16:creationId xmlns:a16="http://schemas.microsoft.com/office/drawing/2014/main" id="{C32E0BDE-8604-4D24-AFBF-52A76FCD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05275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8A55CC"/>
                </a:solidFill>
                <a:latin typeface="Georgia"/>
                <a:ea typeface="Georgia"/>
                <a:cs typeface="Georgia"/>
              </a:defRPr>
            </a:pPr>
            <a:r>
              <a:rPr sz="1013" b="1" i="0">
                <a:solidFill>
                  <a:srgbClr val="8A55CC"/>
                </a:solidFill>
                <a:latin typeface="Georgia"/>
                <a:ea typeface="Georgia"/>
                <a:cs typeface="Georgia"/>
              </a:rPr>
              <a:t>BEiT3 Joint-Semantic View Gᵦ</a:t>
            </a:r>
          </a:p>
        </p:txBody>
      </p:sp>
      <p:sp>
        <p:nvSpPr>
          <p:cNvPr id="279" name="beit3-subtitle">
            <a:extLst xmlns:a="http://schemas.openxmlformats.org/drawingml/2006/main">
              <a:ext uri="{FF2B5EF4-FFF2-40B4-BE49-F238E27FC236}">
                <a16:creationId xmlns:a16="http://schemas.microsoft.com/office/drawing/2014/main" id="{F29EED0F-2C4D-42BB-AA97-238A2C0E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76725"/>
            <a:ext cx="16192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55CC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8A55CC"/>
                </a:solidFill>
                <a:latin typeface="Georgia"/>
                <a:ea typeface="Georgia"/>
                <a:cs typeface="Georgia"/>
              </a:rPr>
              <a:t>(ANN on joint semantics)</a:t>
            </a:r>
          </a:p>
        </p:txBody>
      </p:sp>
      <p:sp>
        <p:nvSpPr>
          <p:cNvPr id="280" name="beit3-source-graph-edge-0">
            <a:extLst xmlns:a="http://schemas.openxmlformats.org/drawingml/2006/main">
              <a:ext uri="{FF2B5EF4-FFF2-40B4-BE49-F238E27FC236}">
                <a16:creationId xmlns:a16="http://schemas.microsoft.com/office/drawing/2014/main" id="{A55AD2AE-D980-4AA5-87D4-E85F4BF3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4410075"/>
            <a:ext cx="372904" cy="17907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81" name="beit3-source-graph-edge-1">
            <a:extLst xmlns:a="http://schemas.openxmlformats.org/drawingml/2006/main">
              <a:ext uri="{FF2B5EF4-FFF2-40B4-BE49-F238E27FC236}">
                <a16:creationId xmlns:a16="http://schemas.microsoft.com/office/drawing/2014/main" id="{FD90A399-F61D-4CE6-8B3A-62C94466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4410075"/>
            <a:ext cx="690563" cy="4953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82" name="beit3-source-graph-edge-2">
            <a:extLst xmlns:a="http://schemas.openxmlformats.org/drawingml/2006/main">
              <a:ext uri="{FF2B5EF4-FFF2-40B4-BE49-F238E27FC236}">
                <a16:creationId xmlns:a16="http://schemas.microsoft.com/office/drawing/2014/main" id="{EE9E85C2-9AE9-4D29-8E65-B02435B2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544" y="4459605"/>
            <a:ext cx="317659" cy="12954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83" name="beit3-source-graph-edge-3">
            <a:extLst xmlns:a="http://schemas.openxmlformats.org/drawingml/2006/main">
              <a:ext uri="{FF2B5EF4-FFF2-40B4-BE49-F238E27FC236}">
                <a16:creationId xmlns:a16="http://schemas.microsoft.com/office/drawing/2014/main" id="{0D4CE051-D132-4F96-B577-2450210B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544" y="4551045"/>
            <a:ext cx="690563" cy="3810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84" name="beit3-source-graph-edge-4">
            <a:extLst xmlns:a="http://schemas.openxmlformats.org/drawingml/2006/main">
              <a:ext uri="{FF2B5EF4-FFF2-40B4-BE49-F238E27FC236}">
                <a16:creationId xmlns:a16="http://schemas.microsoft.com/office/drawing/2014/main" id="{DB4A1E64-518E-44A7-8C97-E0260A20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03" y="4459605"/>
            <a:ext cx="372904" cy="9144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85" name="beit3-source-graph-edge-5">
            <a:extLst xmlns:a="http://schemas.openxmlformats.org/drawingml/2006/main">
              <a:ext uri="{FF2B5EF4-FFF2-40B4-BE49-F238E27FC236}">
                <a16:creationId xmlns:a16="http://schemas.microsoft.com/office/drawing/2014/main" id="{B7095256-5191-488A-96C3-CF852D80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03" y="4383405"/>
            <a:ext cx="193357" cy="7620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86" name="beit3-source-graph-edge-6">
            <a:extLst xmlns:a="http://schemas.openxmlformats.org/drawingml/2006/main">
              <a:ext uri="{FF2B5EF4-FFF2-40B4-BE49-F238E27FC236}">
                <a16:creationId xmlns:a16="http://schemas.microsoft.com/office/drawing/2014/main" id="{18A9DBEA-D8DB-4DCB-80A3-E0E4BC48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4410075"/>
            <a:ext cx="193357" cy="9525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87" name="beit3-source-graph-edge-7">
            <a:extLst xmlns:a="http://schemas.openxmlformats.org/drawingml/2006/main">
              <a:ext uri="{FF2B5EF4-FFF2-40B4-BE49-F238E27FC236}">
                <a16:creationId xmlns:a16="http://schemas.microsoft.com/office/drawing/2014/main" id="{E6DB72B9-F3EE-4727-AEB9-50BD64AB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8" y="4505325"/>
            <a:ext cx="870109" cy="4572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288" name="beit3-source-graph-node-0">
            <a:extLst xmlns:a="http://schemas.openxmlformats.org/drawingml/2006/main">
              <a:ext uri="{FF2B5EF4-FFF2-40B4-BE49-F238E27FC236}">
                <a16:creationId xmlns:a16="http://schemas.microsoft.com/office/drawing/2014/main" id="{FB262F4D-68DF-4F48-998E-3EF95391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015" y="436245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8A55CC"/>
            </a:solidFill>
          </a:ln>
        </p:spPr>
      </p:sp>
      <p:sp>
        <p:nvSpPr>
          <p:cNvPr id="289" name="beit3-source-graph-node-1">
            <a:extLst xmlns:a="http://schemas.openxmlformats.org/drawingml/2006/main">
              <a:ext uri="{FF2B5EF4-FFF2-40B4-BE49-F238E27FC236}">
                <a16:creationId xmlns:a16="http://schemas.microsoft.com/office/drawing/2014/main" id="{F5A834DC-83C8-45EF-B2BD-2B7BE2A6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919" y="454152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8A55CC"/>
            </a:solidFill>
          </a:ln>
        </p:spPr>
      </p:sp>
      <p:sp>
        <p:nvSpPr>
          <p:cNvPr id="290" name="beit3-source-graph-node-2">
            <a:extLst xmlns:a="http://schemas.openxmlformats.org/drawingml/2006/main">
              <a:ext uri="{FF2B5EF4-FFF2-40B4-BE49-F238E27FC236}">
                <a16:creationId xmlns:a16="http://schemas.microsoft.com/office/drawing/2014/main" id="{8942C171-90A7-463C-9503-E836DAB0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78" y="441198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8A55CC"/>
            </a:solidFill>
          </a:ln>
        </p:spPr>
      </p:sp>
      <p:sp>
        <p:nvSpPr>
          <p:cNvPr id="291" name="beit3-source-graph-node-3">
            <a:extLst xmlns:a="http://schemas.openxmlformats.org/drawingml/2006/main">
              <a:ext uri="{FF2B5EF4-FFF2-40B4-BE49-F238E27FC236}">
                <a16:creationId xmlns:a16="http://schemas.microsoft.com/office/drawing/2014/main" id="{1810F2C0-F930-462D-9234-78973B43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481" y="450342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8A55CC"/>
            </a:solidFill>
          </a:ln>
        </p:spPr>
      </p:sp>
      <p:sp>
        <p:nvSpPr>
          <p:cNvPr id="292" name="beit3-source-graph-node-4">
            <a:extLst xmlns:a="http://schemas.openxmlformats.org/drawingml/2006/main">
              <a:ext uri="{FF2B5EF4-FFF2-40B4-BE49-F238E27FC236}">
                <a16:creationId xmlns:a16="http://schemas.microsoft.com/office/drawing/2014/main" id="{C767F9D1-1BAC-43D6-8680-C256247F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373" y="445770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8A55CC"/>
            </a:solidFill>
          </a:ln>
        </p:spPr>
      </p:sp>
      <p:sp>
        <p:nvSpPr>
          <p:cNvPr id="293" name="beit3-source-graph-node-5">
            <a:extLst xmlns:a="http://schemas.openxmlformats.org/drawingml/2006/main">
              <a:ext uri="{FF2B5EF4-FFF2-40B4-BE49-F238E27FC236}">
                <a16:creationId xmlns:a16="http://schemas.microsoft.com/office/drawing/2014/main" id="{85900ECD-E3A4-42A2-8953-AD519C52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35" y="433578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8A55CC"/>
            </a:solidFill>
          </a:ln>
        </p:spPr>
      </p:sp>
      <p:sp>
        <p:nvSpPr>
          <p:cNvPr id="294" name="beit3-to-adj">
            <a:extLst xmlns:a="http://schemas.openxmlformats.org/drawingml/2006/main">
              <a:ext uri="{FF2B5EF4-FFF2-40B4-BE49-F238E27FC236}">
                <a16:creationId xmlns:a16="http://schemas.microsoft.com/office/drawing/2014/main" id="{E233E934-B25D-4804-8991-E7E9BDC6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00550"/>
            <a:ext cx="838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95" name="beit3-to-adj-head">
            <a:extLst xmlns:a="http://schemas.openxmlformats.org/drawingml/2006/main">
              <a:ext uri="{FF2B5EF4-FFF2-40B4-BE49-F238E27FC236}">
                <a16:creationId xmlns:a16="http://schemas.microsoft.com/office/drawing/2014/main" id="{502A3F88-9F89-4910-9A4A-9F6482D7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29250" y="43624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296" name="beit3-process-label">
            <a:extLst xmlns:a="http://schemas.openxmlformats.org/drawingml/2006/main">
              <a:ext uri="{FF2B5EF4-FFF2-40B4-BE49-F238E27FC236}">
                <a16:creationId xmlns:a16="http://schemas.microsoft.com/office/drawing/2014/main" id="{642DB628-00EC-4635-9949-C4F85973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48150"/>
            <a:ext cx="64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kNN</a:t>
            </a:r>
          </a:p>
          <a:p xmlns:a="http://schemas.openxmlformats.org/drawingml/2006/main">
            <a:pPr algn="ctr">
              <a:defRPr sz="713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Sparsify</a:t>
            </a:r>
          </a:p>
        </p:txBody>
      </p:sp>
      <p:sp>
        <p:nvSpPr>
          <p:cNvPr id="297" name="beit3-matrix-frame">
            <a:extLst xmlns:a="http://schemas.openxmlformats.org/drawingml/2006/main">
              <a:ext uri="{FF2B5EF4-FFF2-40B4-BE49-F238E27FC236}">
                <a16:creationId xmlns:a16="http://schemas.microsoft.com/office/drawing/2014/main" id="{BAC5C0F0-6BFD-4DEA-9DF4-96DAB188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91000"/>
            <a:ext cx="428625" cy="428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8A55CC"/>
            </a:solidFill>
          </a:ln>
        </p:spPr>
      </p:sp>
      <p:sp>
        <p:nvSpPr>
          <p:cNvPr id="298" name="beit3-matrix-0-0">
            <a:extLst xmlns:a="http://schemas.openxmlformats.org/drawingml/2006/main">
              <a:ext uri="{FF2B5EF4-FFF2-40B4-BE49-F238E27FC236}">
                <a16:creationId xmlns:a16="http://schemas.microsoft.com/office/drawing/2014/main" id="{2C040829-C934-44D2-AFFA-4E8042D6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005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299" name="beit3-matrix-0-1">
            <a:extLst xmlns:a="http://schemas.openxmlformats.org/drawingml/2006/main">
              <a:ext uri="{FF2B5EF4-FFF2-40B4-BE49-F238E27FC236}">
                <a16:creationId xmlns:a16="http://schemas.microsoft.com/office/drawing/2014/main" id="{52F9FC11-0990-46DD-AEA5-F3C1C64C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005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00" name="beit3-matrix-0-2">
            <a:extLst xmlns:a="http://schemas.openxmlformats.org/drawingml/2006/main">
              <a:ext uri="{FF2B5EF4-FFF2-40B4-BE49-F238E27FC236}">
                <a16:creationId xmlns:a16="http://schemas.microsoft.com/office/drawing/2014/main" id="{B726FB2C-1DEC-4E6E-ABE1-CDCEBACB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005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01" name="beit3-matrix-0-3">
            <a:extLst xmlns:a="http://schemas.openxmlformats.org/drawingml/2006/main">
              <a:ext uri="{FF2B5EF4-FFF2-40B4-BE49-F238E27FC236}">
                <a16:creationId xmlns:a16="http://schemas.microsoft.com/office/drawing/2014/main" id="{C211EFDB-7512-4F37-A564-816A72D8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2005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02" name="beit3-matrix-0-4">
            <a:extLst xmlns:a="http://schemas.openxmlformats.org/drawingml/2006/main">
              <a:ext uri="{FF2B5EF4-FFF2-40B4-BE49-F238E27FC236}">
                <a16:creationId xmlns:a16="http://schemas.microsoft.com/office/drawing/2014/main" id="{B3B346EE-4976-481E-AE94-55BAC7B7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005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03" name="beit3-matrix-1-0">
            <a:extLst xmlns:a="http://schemas.openxmlformats.org/drawingml/2006/main">
              <a:ext uri="{FF2B5EF4-FFF2-40B4-BE49-F238E27FC236}">
                <a16:creationId xmlns:a16="http://schemas.microsoft.com/office/drawing/2014/main" id="{D2756C67-FD7C-4E9B-BC49-AB14F2A5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862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04" name="beit3-matrix-1-1">
            <a:extLst xmlns:a="http://schemas.openxmlformats.org/drawingml/2006/main">
              <a:ext uri="{FF2B5EF4-FFF2-40B4-BE49-F238E27FC236}">
                <a16:creationId xmlns:a16="http://schemas.microsoft.com/office/drawing/2014/main" id="{FC86B7F3-3E12-4A48-B343-9A5F4063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862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05" name="beit3-matrix-1-2">
            <a:extLst xmlns:a="http://schemas.openxmlformats.org/drawingml/2006/main">
              <a:ext uri="{FF2B5EF4-FFF2-40B4-BE49-F238E27FC236}">
                <a16:creationId xmlns:a16="http://schemas.microsoft.com/office/drawing/2014/main" id="{C0AD868B-A5F6-4094-B4AB-60290449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862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06" name="beit3-matrix-1-3">
            <a:extLst xmlns:a="http://schemas.openxmlformats.org/drawingml/2006/main">
              <a:ext uri="{FF2B5EF4-FFF2-40B4-BE49-F238E27FC236}">
                <a16:creationId xmlns:a16="http://schemas.microsoft.com/office/drawing/2014/main" id="{407BFF61-222F-4AB3-B48A-3BD451C4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2862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07" name="beit3-matrix-1-4">
            <a:extLst xmlns:a="http://schemas.openxmlformats.org/drawingml/2006/main">
              <a:ext uri="{FF2B5EF4-FFF2-40B4-BE49-F238E27FC236}">
                <a16:creationId xmlns:a16="http://schemas.microsoft.com/office/drawing/2014/main" id="{F0F2A64A-B373-4142-87B9-CFF39BFB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8625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08" name="beit3-matrix-2-0">
            <a:extLst xmlns:a="http://schemas.openxmlformats.org/drawingml/2006/main">
              <a:ext uri="{FF2B5EF4-FFF2-40B4-BE49-F238E27FC236}">
                <a16:creationId xmlns:a16="http://schemas.microsoft.com/office/drawing/2014/main" id="{ADE14807-A503-4D9F-9D59-99C98799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719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09" name="beit3-matrix-2-1">
            <a:extLst xmlns:a="http://schemas.openxmlformats.org/drawingml/2006/main">
              <a:ext uri="{FF2B5EF4-FFF2-40B4-BE49-F238E27FC236}">
                <a16:creationId xmlns:a16="http://schemas.microsoft.com/office/drawing/2014/main" id="{76086656-9D90-4860-998F-09A7E369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719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10" name="beit3-matrix-2-2">
            <a:extLst xmlns:a="http://schemas.openxmlformats.org/drawingml/2006/main">
              <a:ext uri="{FF2B5EF4-FFF2-40B4-BE49-F238E27FC236}">
                <a16:creationId xmlns:a16="http://schemas.microsoft.com/office/drawing/2014/main" id="{A82E8509-CD52-4E32-AB88-E96A8F69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719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11" name="beit3-matrix-2-3">
            <a:extLst xmlns:a="http://schemas.openxmlformats.org/drawingml/2006/main">
              <a:ext uri="{FF2B5EF4-FFF2-40B4-BE49-F238E27FC236}">
                <a16:creationId xmlns:a16="http://schemas.microsoft.com/office/drawing/2014/main" id="{201AB365-14F3-451B-945A-233C8774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3719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12" name="beit3-matrix-2-4">
            <a:extLst xmlns:a="http://schemas.openxmlformats.org/drawingml/2006/main">
              <a:ext uri="{FF2B5EF4-FFF2-40B4-BE49-F238E27FC236}">
                <a16:creationId xmlns:a16="http://schemas.microsoft.com/office/drawing/2014/main" id="{B668AD58-0696-4155-A226-15382819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7197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13" name="beit3-matrix-3-0">
            <a:extLst xmlns:a="http://schemas.openxmlformats.org/drawingml/2006/main">
              <a:ext uri="{FF2B5EF4-FFF2-40B4-BE49-F238E27FC236}">
                <a16:creationId xmlns:a16="http://schemas.microsoft.com/office/drawing/2014/main" id="{6053B267-B3BB-4F72-8701-6DD1BD2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577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14" name="beit3-matrix-3-1">
            <a:extLst xmlns:a="http://schemas.openxmlformats.org/drawingml/2006/main">
              <a:ext uri="{FF2B5EF4-FFF2-40B4-BE49-F238E27FC236}">
                <a16:creationId xmlns:a16="http://schemas.microsoft.com/office/drawing/2014/main" id="{0E475684-ED5F-4E34-9FDA-9B82DE3A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577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15" name="beit3-matrix-3-2">
            <a:extLst xmlns:a="http://schemas.openxmlformats.org/drawingml/2006/main">
              <a:ext uri="{FF2B5EF4-FFF2-40B4-BE49-F238E27FC236}">
                <a16:creationId xmlns:a16="http://schemas.microsoft.com/office/drawing/2014/main" id="{17EC308B-6200-43B3-B605-7999DD17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577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16" name="beit3-matrix-3-3">
            <a:extLst xmlns:a="http://schemas.openxmlformats.org/drawingml/2006/main">
              <a:ext uri="{FF2B5EF4-FFF2-40B4-BE49-F238E27FC236}">
                <a16:creationId xmlns:a16="http://schemas.microsoft.com/office/drawing/2014/main" id="{253663EF-5E42-456B-A786-DE889793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4577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17" name="beit3-matrix-3-4">
            <a:extLst xmlns:a="http://schemas.openxmlformats.org/drawingml/2006/main">
              <a:ext uri="{FF2B5EF4-FFF2-40B4-BE49-F238E27FC236}">
                <a16:creationId xmlns:a16="http://schemas.microsoft.com/office/drawing/2014/main" id="{BA3C3DBA-B1F9-4966-B7D2-BC4F1F71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57700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18" name="beit3-matrix-4-0">
            <a:extLst xmlns:a="http://schemas.openxmlformats.org/drawingml/2006/main">
              <a:ext uri="{FF2B5EF4-FFF2-40B4-BE49-F238E27FC236}">
                <a16:creationId xmlns:a16="http://schemas.microsoft.com/office/drawing/2014/main" id="{342DF51F-4B35-42E4-9573-391A1708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434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19" name="beit3-matrix-4-1">
            <a:extLst xmlns:a="http://schemas.openxmlformats.org/drawingml/2006/main">
              <a:ext uri="{FF2B5EF4-FFF2-40B4-BE49-F238E27FC236}">
                <a16:creationId xmlns:a16="http://schemas.microsoft.com/office/drawing/2014/main" id="{0CC6EF6D-6079-4F13-955C-8667F7D0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434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20" name="beit3-matrix-4-2">
            <a:extLst xmlns:a="http://schemas.openxmlformats.org/drawingml/2006/main">
              <a:ext uri="{FF2B5EF4-FFF2-40B4-BE49-F238E27FC236}">
                <a16:creationId xmlns:a16="http://schemas.microsoft.com/office/drawing/2014/main" id="{F3D02CB5-DFFA-425C-91DE-627E751D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434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21" name="beit3-matrix-4-3">
            <a:extLst xmlns:a="http://schemas.openxmlformats.org/drawingml/2006/main">
              <a:ext uri="{FF2B5EF4-FFF2-40B4-BE49-F238E27FC236}">
                <a16:creationId xmlns:a16="http://schemas.microsoft.com/office/drawing/2014/main" id="{244DA8E0-6BA4-4F1F-A8CD-1897A1D6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5434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22" name="beit3-matrix-4-4">
            <a:extLst xmlns:a="http://schemas.openxmlformats.org/drawingml/2006/main">
              <a:ext uri="{FF2B5EF4-FFF2-40B4-BE49-F238E27FC236}">
                <a16:creationId xmlns:a16="http://schemas.microsoft.com/office/drawing/2014/main" id="{4269A74D-2326-47DB-9B18-CF89F16C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43425"/>
            <a:ext cx="66675" cy="66675"/>
          </a:xfrm>
          <a:prstGeom xmlns:a="http://schemas.openxmlformats.org/drawingml/2006/main" prst="rect">
            <a:avLst/>
          </a:prstGeom>
        </p:spPr>
      </p:sp>
      <p:sp>
        <p:nvSpPr>
          <p:cNvPr id="323" name="beit3-to-encoder">
            <a:extLst xmlns:a="http://schemas.openxmlformats.org/drawingml/2006/main">
              <a:ext uri="{FF2B5EF4-FFF2-40B4-BE49-F238E27FC236}">
                <a16:creationId xmlns:a16="http://schemas.microsoft.com/office/drawing/2014/main" id="{E968F473-FC1F-4D9A-ADC0-85B9DDF7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323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324" name="beit3-to-encoder-head">
            <a:extLst xmlns:a="http://schemas.openxmlformats.org/drawingml/2006/main">
              <a:ext uri="{FF2B5EF4-FFF2-40B4-BE49-F238E27FC236}">
                <a16:creationId xmlns:a16="http://schemas.microsoft.com/office/drawing/2014/main" id="{8AC16827-F58C-4BD0-92D9-57B55E77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81750" y="43624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325" name="beit3-encoder">
            <a:extLst xmlns:a="http://schemas.openxmlformats.org/drawingml/2006/main">
              <a:ext uri="{FF2B5EF4-FFF2-40B4-BE49-F238E27FC236}">
                <a16:creationId xmlns:a16="http://schemas.microsoft.com/office/drawing/2014/main" id="{345D2910-0117-4F77-9D81-854D85C9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62865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9525">
            <a:solidFill>
              <a:srgbClr val="8A55CC"/>
            </a:solidFill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Graph</a:t>
            </a:r>
          </a:p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Encoder</a:t>
            </a:r>
          </a:p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(L layers)</a:t>
            </a:r>
          </a:p>
        </p:txBody>
      </p:sp>
      <p:sp>
        <p:nvSpPr>
          <p:cNvPr id="326" name="section-multi-view-encoding-graph-propagation-">
            <a:extLst xmlns:a="http://schemas.openxmlformats.org/drawingml/2006/main">
              <a:ext uri="{FF2B5EF4-FFF2-40B4-BE49-F238E27FC236}">
                <a16:creationId xmlns:a16="http://schemas.microsoft.com/office/drawing/2014/main" id="{EB288030-718C-47E1-8F80-A79FFB01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Multi-view Encoding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(Graph Propagation)</a:t>
            </a:r>
          </a:p>
        </p:txBody>
      </p:sp>
      <p:sp>
        <p:nvSpPr>
          <p:cNvPr id="327" name="collab-encoding-frame">
            <a:extLst xmlns:a="http://schemas.openxmlformats.org/drawingml/2006/main">
              <a:ext uri="{FF2B5EF4-FFF2-40B4-BE49-F238E27FC236}">
                <a16:creationId xmlns:a16="http://schemas.microsoft.com/office/drawing/2014/main" id="{FDAE5B8F-771C-46A8-BC00-0104D3C2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33425"/>
            <a:ext cx="1000125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2F6FD6"/>
            </a:solidFill>
          </a:ln>
        </p:spPr>
      </p:sp>
      <p:sp>
        <p:nvSpPr>
          <p:cNvPr id="328" name="collab-encoding-edge-0">
            <a:extLst xmlns:a="http://schemas.openxmlformats.org/drawingml/2006/main">
              <a:ext uri="{FF2B5EF4-FFF2-40B4-BE49-F238E27FC236}">
                <a16:creationId xmlns:a16="http://schemas.microsoft.com/office/drawing/2014/main" id="{909B6DD2-2AEC-40BB-A2F3-62E9C1BB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900113"/>
            <a:ext cx="185166" cy="188023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29" name="collab-encoding-edge-1">
            <a:extLst xmlns:a="http://schemas.openxmlformats.org/drawingml/2006/main">
              <a:ext uri="{FF2B5EF4-FFF2-40B4-BE49-F238E27FC236}">
                <a16:creationId xmlns:a16="http://schemas.microsoft.com/office/drawing/2014/main" id="{F8B568B0-FFE4-411E-9FAA-E6DB27F7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900113"/>
            <a:ext cx="342900" cy="52007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30" name="collab-encoding-edge-2">
            <a:extLst xmlns:a="http://schemas.openxmlformats.org/drawingml/2006/main">
              <a:ext uri="{FF2B5EF4-FFF2-40B4-BE49-F238E27FC236}">
                <a16:creationId xmlns:a16="http://schemas.microsoft.com/office/drawing/2014/main" id="{34C42805-5325-44A5-B0AA-A3C032B6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605" y="952119"/>
            <a:ext cx="157734" cy="136017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31" name="collab-encoding-edge-3">
            <a:extLst xmlns:a="http://schemas.openxmlformats.org/drawingml/2006/main">
              <a:ext uri="{FF2B5EF4-FFF2-40B4-BE49-F238E27FC236}">
                <a16:creationId xmlns:a16="http://schemas.microsoft.com/office/drawing/2014/main" id="{247833B0-668D-4BB5-8D5D-3DEBF52B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605" y="1048131"/>
            <a:ext cx="342900" cy="40005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32" name="collab-encoding-edge-4">
            <a:extLst xmlns:a="http://schemas.openxmlformats.org/drawingml/2006/main">
              <a:ext uri="{FF2B5EF4-FFF2-40B4-BE49-F238E27FC236}">
                <a16:creationId xmlns:a16="http://schemas.microsoft.com/office/drawing/2014/main" id="{EB352EA2-1095-411B-84CC-3423EB8F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339" y="952119"/>
            <a:ext cx="185166" cy="96012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33" name="collab-encoding-edge-5">
            <a:extLst xmlns:a="http://schemas.openxmlformats.org/drawingml/2006/main">
              <a:ext uri="{FF2B5EF4-FFF2-40B4-BE49-F238E27FC236}">
                <a16:creationId xmlns:a16="http://schemas.microsoft.com/office/drawing/2014/main" id="{C79856BE-AC0F-4E99-BC4E-5A898B52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339" y="872109"/>
            <a:ext cx="96012" cy="8001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34" name="collab-encoding-edge-6">
            <a:extLst xmlns:a="http://schemas.openxmlformats.org/drawingml/2006/main">
              <a:ext uri="{FF2B5EF4-FFF2-40B4-BE49-F238E27FC236}">
                <a16:creationId xmlns:a16="http://schemas.microsoft.com/office/drawing/2014/main" id="{08459750-A8E1-44BD-A157-250B6DDC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900113"/>
            <a:ext cx="96012" cy="100013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35" name="collab-encoding-edge-7">
            <a:extLst xmlns:a="http://schemas.openxmlformats.org/drawingml/2006/main">
              <a:ext uri="{FF2B5EF4-FFF2-40B4-BE49-F238E27FC236}">
                <a16:creationId xmlns:a16="http://schemas.microsoft.com/office/drawing/2014/main" id="{17514D2D-6FDF-4116-89B1-E7F0A9AB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451" y="1000125"/>
            <a:ext cx="432054" cy="48006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36" name="collab-encoding-node-0">
            <a:extLst xmlns:a="http://schemas.openxmlformats.org/drawingml/2006/main">
              <a:ext uri="{FF2B5EF4-FFF2-40B4-BE49-F238E27FC236}">
                <a16:creationId xmlns:a16="http://schemas.microsoft.com/office/drawing/2014/main" id="{133B72C7-896A-41BC-9417-D6D18D21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814" y="852488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337" name="collab-encoding-node-1">
            <a:extLst xmlns:a="http://schemas.openxmlformats.org/drawingml/2006/main">
              <a:ext uri="{FF2B5EF4-FFF2-40B4-BE49-F238E27FC236}">
                <a16:creationId xmlns:a16="http://schemas.microsoft.com/office/drawing/2014/main" id="{4558157F-D90C-40B7-8F75-EFC1DDF8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980" y="1040511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338" name="collab-encoding-node-2">
            <a:extLst xmlns:a="http://schemas.openxmlformats.org/drawingml/2006/main">
              <a:ext uri="{FF2B5EF4-FFF2-40B4-BE49-F238E27FC236}">
                <a16:creationId xmlns:a16="http://schemas.microsoft.com/office/drawing/2014/main" id="{7A2A1436-92BA-4A99-A75B-44669B7D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714" y="904494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339" name="collab-encoding-node-3">
            <a:extLst xmlns:a="http://schemas.openxmlformats.org/drawingml/2006/main">
              <a:ext uri="{FF2B5EF4-FFF2-40B4-BE49-F238E27FC236}">
                <a16:creationId xmlns:a16="http://schemas.microsoft.com/office/drawing/2014/main" id="{0AFBD016-68DF-4254-824B-DBDA34CA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000506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340" name="collab-encoding-node-4">
            <a:extLst xmlns:a="http://schemas.openxmlformats.org/drawingml/2006/main">
              <a:ext uri="{FF2B5EF4-FFF2-40B4-BE49-F238E27FC236}">
                <a16:creationId xmlns:a16="http://schemas.microsoft.com/office/drawing/2014/main" id="{47473FA6-CE80-4723-8405-E87DE396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826" y="95250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341" name="collab-encoding-node-5">
            <a:extLst xmlns:a="http://schemas.openxmlformats.org/drawingml/2006/main">
              <a:ext uri="{FF2B5EF4-FFF2-40B4-BE49-F238E27FC236}">
                <a16:creationId xmlns:a16="http://schemas.microsoft.com/office/drawing/2014/main" id="{AFA96F4F-5BD4-4BA3-BA42-2048754E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726" y="824484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342" name="collab-layers">
            <a:extLst xmlns:a="http://schemas.openxmlformats.org/drawingml/2006/main">
              <a:ext uri="{FF2B5EF4-FFF2-40B4-BE49-F238E27FC236}">
                <a16:creationId xmlns:a16="http://schemas.microsoft.com/office/drawing/2014/main" id="{18D1801C-ED8E-4D1F-878C-A7A74222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62050"/>
            <a:ext cx="2667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× L</a:t>
            </a:r>
          </a:p>
        </p:txBody>
      </p:sp>
      <p:sp>
        <p:nvSpPr>
          <p:cNvPr id="343" name="collab-to-embedding">
            <a:extLst xmlns:a="http://schemas.openxmlformats.org/drawingml/2006/main">
              <a:ext uri="{FF2B5EF4-FFF2-40B4-BE49-F238E27FC236}">
                <a16:creationId xmlns:a16="http://schemas.microsoft.com/office/drawing/2014/main" id="{C18EB5EC-C8F4-4823-A93A-55D2D6F1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047750"/>
            <a:ext cx="257175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344" name="collab-to-embedding-head">
            <a:extLst xmlns:a="http://schemas.openxmlformats.org/drawingml/2006/main">
              <a:ext uri="{FF2B5EF4-FFF2-40B4-BE49-F238E27FC236}">
                <a16:creationId xmlns:a16="http://schemas.microsoft.com/office/drawing/2014/main" id="{47F9522A-3795-4C79-AC42-109EC957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58250" y="10096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345" name="collab-embedding-label">
            <a:extLst xmlns:a="http://schemas.openxmlformats.org/drawingml/2006/main">
              <a:ext uri="{FF2B5EF4-FFF2-40B4-BE49-F238E27FC236}">
                <a16:creationId xmlns:a16="http://schemas.microsoft.com/office/drawing/2014/main" id="{975E216D-3D5A-4B9E-8DB7-61991DD3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781050"/>
            <a:ext cx="952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Ēcollab</a:t>
            </a:r>
          </a:p>
        </p:txBody>
      </p:sp>
      <p:sp>
        <p:nvSpPr>
          <p:cNvPr id="346" name="collab-embedding-cell-0">
            <a:extLst xmlns:a="http://schemas.openxmlformats.org/drawingml/2006/main">
              <a:ext uri="{FF2B5EF4-FFF2-40B4-BE49-F238E27FC236}">
                <a16:creationId xmlns:a16="http://schemas.microsoft.com/office/drawing/2014/main" id="{4597ADA2-983F-4C82-AA78-AA25CB90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9810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2F6FD6"/>
            </a:solidFill>
          </a:ln>
        </p:spPr>
      </p:sp>
      <p:sp>
        <p:nvSpPr>
          <p:cNvPr id="347" name="collab-embedding-cell-1">
            <a:extLst xmlns:a="http://schemas.openxmlformats.org/drawingml/2006/main">
              <a:ext uri="{FF2B5EF4-FFF2-40B4-BE49-F238E27FC236}">
                <a16:creationId xmlns:a16="http://schemas.microsoft.com/office/drawing/2014/main" id="{8FCA255F-08B5-4A99-ABC3-2D4F2D4F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9810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2F6FD6"/>
            </a:solidFill>
          </a:ln>
        </p:spPr>
      </p:sp>
      <p:sp>
        <p:nvSpPr>
          <p:cNvPr id="348" name="collab-embedding-cell-2">
            <a:extLst xmlns:a="http://schemas.openxmlformats.org/drawingml/2006/main">
              <a:ext uri="{FF2B5EF4-FFF2-40B4-BE49-F238E27FC236}">
                <a16:creationId xmlns:a16="http://schemas.microsoft.com/office/drawing/2014/main" id="{C5EBAD62-1458-46D5-84AF-49816E3A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9810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2F6FD6"/>
            </a:solidFill>
          </a:ln>
        </p:spPr>
      </p:sp>
      <p:sp>
        <p:nvSpPr>
          <p:cNvPr id="349" name="collab-embedding-cell-3">
            <a:extLst xmlns:a="http://schemas.openxmlformats.org/drawingml/2006/main">
              <a:ext uri="{FF2B5EF4-FFF2-40B4-BE49-F238E27FC236}">
                <a16:creationId xmlns:a16="http://schemas.microsoft.com/office/drawing/2014/main" id="{4C578B59-E8E7-4D23-BD20-03513A36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9810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2F6FD6"/>
            </a:solidFill>
          </a:ln>
        </p:spPr>
      </p:sp>
      <p:sp>
        <p:nvSpPr>
          <p:cNvPr id="350" name="collab-embedding-cell-4">
            <a:extLst xmlns:a="http://schemas.openxmlformats.org/drawingml/2006/main">
              <a:ext uri="{FF2B5EF4-FFF2-40B4-BE49-F238E27FC236}">
                <a16:creationId xmlns:a16="http://schemas.microsoft.com/office/drawing/2014/main" id="{60B5A25A-88A3-4A5E-9F83-389C60FF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9810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2F6FD6"/>
            </a:solidFill>
          </a:ln>
        </p:spPr>
      </p:sp>
      <p:sp>
        <p:nvSpPr>
          <p:cNvPr id="351" name="collab-embedding-dim-line">
            <a:extLst xmlns:a="http://schemas.openxmlformats.org/drawingml/2006/main">
              <a:ext uri="{FF2B5EF4-FFF2-40B4-BE49-F238E27FC236}">
                <a16:creationId xmlns:a16="http://schemas.microsoft.com/office/drawing/2014/main" id="{C2A995E6-75A2-4C76-B966-C5B21B39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200150"/>
            <a:ext cx="447675" cy="9525"/>
          </a:xfrm>
          <a:prstGeom xmlns:a="http://schemas.openxmlformats.org/drawingml/2006/main" prst="line">
            <a:avLst/>
          </a:prstGeom>
          <a:ln xmlns:a="http://schemas.openxmlformats.org/drawingml/2006/main" w="6668">
            <a:solidFill>
              <a:srgbClr val="777777"/>
            </a:solidFill>
          </a:ln>
        </p:spPr>
      </p:sp>
      <p:sp>
        <p:nvSpPr>
          <p:cNvPr id="352" name="collab-embedding-dim">
            <a:extLst xmlns:a="http://schemas.openxmlformats.org/drawingml/2006/main">
              <a:ext uri="{FF2B5EF4-FFF2-40B4-BE49-F238E27FC236}">
                <a16:creationId xmlns:a16="http://schemas.microsoft.com/office/drawing/2014/main" id="{7DFE6718-D17A-4555-BEAF-33212749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09675"/>
            <a:ext cx="171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353" name="struct-encoding-frame">
            <a:extLst xmlns:a="http://schemas.openxmlformats.org/drawingml/2006/main">
              <a:ext uri="{FF2B5EF4-FFF2-40B4-BE49-F238E27FC236}">
                <a16:creationId xmlns:a16="http://schemas.microsoft.com/office/drawing/2014/main" id="{B3D924F7-293E-4349-9C69-A2022011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1000125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3D9148"/>
            </a:solidFill>
          </a:ln>
        </p:spPr>
      </p:sp>
      <p:sp>
        <p:nvSpPr>
          <p:cNvPr id="354" name="struct-encoding-edge-0">
            <a:extLst xmlns:a="http://schemas.openxmlformats.org/drawingml/2006/main">
              <a:ext uri="{FF2B5EF4-FFF2-40B4-BE49-F238E27FC236}">
                <a16:creationId xmlns:a16="http://schemas.microsoft.com/office/drawing/2014/main" id="{21A0E87A-B9F2-46DB-83D7-0B048C8C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1738313"/>
            <a:ext cx="185166" cy="188024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55" name="struct-encoding-edge-1">
            <a:extLst xmlns:a="http://schemas.openxmlformats.org/drawingml/2006/main">
              <a:ext uri="{FF2B5EF4-FFF2-40B4-BE49-F238E27FC236}">
                <a16:creationId xmlns:a16="http://schemas.microsoft.com/office/drawing/2014/main" id="{A5A00372-59B8-4897-A6B7-62E258FF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1738313"/>
            <a:ext cx="342900" cy="52007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56" name="struct-encoding-edge-2">
            <a:extLst xmlns:a="http://schemas.openxmlformats.org/drawingml/2006/main">
              <a:ext uri="{FF2B5EF4-FFF2-40B4-BE49-F238E27FC236}">
                <a16:creationId xmlns:a16="http://schemas.microsoft.com/office/drawing/2014/main" id="{13F22FB6-A357-447B-9035-BCB7F9B3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605" y="1790319"/>
            <a:ext cx="157734" cy="136017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57" name="struct-encoding-edge-3">
            <a:extLst xmlns:a="http://schemas.openxmlformats.org/drawingml/2006/main">
              <a:ext uri="{FF2B5EF4-FFF2-40B4-BE49-F238E27FC236}">
                <a16:creationId xmlns:a16="http://schemas.microsoft.com/office/drawing/2014/main" id="{4BE034E6-C9D2-4B48-B318-61DCCE9D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605" y="1886331"/>
            <a:ext cx="342900" cy="40005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58" name="struct-encoding-edge-4">
            <a:extLst xmlns:a="http://schemas.openxmlformats.org/drawingml/2006/main">
              <a:ext uri="{FF2B5EF4-FFF2-40B4-BE49-F238E27FC236}">
                <a16:creationId xmlns:a16="http://schemas.microsoft.com/office/drawing/2014/main" id="{FF87FB3A-BDD5-4204-B1A6-17196907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339" y="1790319"/>
            <a:ext cx="185166" cy="96012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59" name="struct-encoding-edge-5">
            <a:extLst xmlns:a="http://schemas.openxmlformats.org/drawingml/2006/main">
              <a:ext uri="{FF2B5EF4-FFF2-40B4-BE49-F238E27FC236}">
                <a16:creationId xmlns:a16="http://schemas.microsoft.com/office/drawing/2014/main" id="{29362216-F75C-4052-A4E3-02CD1556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339" y="1710309"/>
            <a:ext cx="96012" cy="8001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60" name="struct-encoding-edge-6">
            <a:extLst xmlns:a="http://schemas.openxmlformats.org/drawingml/2006/main">
              <a:ext uri="{FF2B5EF4-FFF2-40B4-BE49-F238E27FC236}">
                <a16:creationId xmlns:a16="http://schemas.microsoft.com/office/drawing/2014/main" id="{AA114F3E-CBF3-4502-A3BA-B421ACF1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1738313"/>
            <a:ext cx="96012" cy="100013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61" name="struct-encoding-edge-7">
            <a:extLst xmlns:a="http://schemas.openxmlformats.org/drawingml/2006/main">
              <a:ext uri="{FF2B5EF4-FFF2-40B4-BE49-F238E27FC236}">
                <a16:creationId xmlns:a16="http://schemas.microsoft.com/office/drawing/2014/main" id="{F9ABC24A-2355-4D66-BA09-75289E63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451" y="1838325"/>
            <a:ext cx="432054" cy="48006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62" name="struct-encoding-node-0">
            <a:extLst xmlns:a="http://schemas.openxmlformats.org/drawingml/2006/main">
              <a:ext uri="{FF2B5EF4-FFF2-40B4-BE49-F238E27FC236}">
                <a16:creationId xmlns:a16="http://schemas.microsoft.com/office/drawing/2014/main" id="{E3685634-FE5F-4E40-BE7D-9B3D2CEC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814" y="1690688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3D9148"/>
            </a:solidFill>
          </a:ln>
        </p:spPr>
      </p:sp>
      <p:sp>
        <p:nvSpPr>
          <p:cNvPr id="363" name="struct-encoding-node-1">
            <a:extLst xmlns:a="http://schemas.openxmlformats.org/drawingml/2006/main">
              <a:ext uri="{FF2B5EF4-FFF2-40B4-BE49-F238E27FC236}">
                <a16:creationId xmlns:a16="http://schemas.microsoft.com/office/drawing/2014/main" id="{DFA992A1-65FD-4B1E-A357-8F614ECE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980" y="1878711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3D9148"/>
            </a:solidFill>
          </a:ln>
        </p:spPr>
      </p:sp>
      <p:sp>
        <p:nvSpPr>
          <p:cNvPr id="364" name="struct-encoding-node-2">
            <a:extLst xmlns:a="http://schemas.openxmlformats.org/drawingml/2006/main">
              <a:ext uri="{FF2B5EF4-FFF2-40B4-BE49-F238E27FC236}">
                <a16:creationId xmlns:a16="http://schemas.microsoft.com/office/drawing/2014/main" id="{24E6DDF8-AB62-427C-81C3-862AAC16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714" y="1742694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3D9148"/>
            </a:solidFill>
          </a:ln>
        </p:spPr>
      </p:sp>
      <p:sp>
        <p:nvSpPr>
          <p:cNvPr id="365" name="struct-encoding-node-3">
            <a:extLst xmlns:a="http://schemas.openxmlformats.org/drawingml/2006/main">
              <a:ext uri="{FF2B5EF4-FFF2-40B4-BE49-F238E27FC236}">
                <a16:creationId xmlns:a16="http://schemas.microsoft.com/office/drawing/2014/main" id="{469C728A-0CDA-4898-9315-5ACE2981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38706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3D9148"/>
            </a:solidFill>
          </a:ln>
        </p:spPr>
      </p:sp>
      <p:sp>
        <p:nvSpPr>
          <p:cNvPr id="366" name="struct-encoding-node-4">
            <a:extLst xmlns:a="http://schemas.openxmlformats.org/drawingml/2006/main">
              <a:ext uri="{FF2B5EF4-FFF2-40B4-BE49-F238E27FC236}">
                <a16:creationId xmlns:a16="http://schemas.microsoft.com/office/drawing/2014/main" id="{3FDADE04-95DE-446F-9628-B5A16A59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826" y="179070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3D9148"/>
            </a:solidFill>
          </a:ln>
        </p:spPr>
      </p:sp>
      <p:sp>
        <p:nvSpPr>
          <p:cNvPr id="367" name="struct-encoding-node-5">
            <a:extLst xmlns:a="http://schemas.openxmlformats.org/drawingml/2006/main">
              <a:ext uri="{FF2B5EF4-FFF2-40B4-BE49-F238E27FC236}">
                <a16:creationId xmlns:a16="http://schemas.microsoft.com/office/drawing/2014/main" id="{9A3C07A9-01CB-4C08-9DD1-A91A17F4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726" y="1662684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3D9148"/>
            </a:solidFill>
          </a:ln>
        </p:spPr>
      </p:sp>
      <p:sp>
        <p:nvSpPr>
          <p:cNvPr id="368" name="struct-layers">
            <a:extLst xmlns:a="http://schemas.openxmlformats.org/drawingml/2006/main">
              <a:ext uri="{FF2B5EF4-FFF2-40B4-BE49-F238E27FC236}">
                <a16:creationId xmlns:a16="http://schemas.microsoft.com/office/drawing/2014/main" id="{8163F001-1193-4FBA-BEFB-C6260DEE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667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× L</a:t>
            </a:r>
          </a:p>
        </p:txBody>
      </p:sp>
      <p:sp>
        <p:nvSpPr>
          <p:cNvPr id="369" name="struct-to-embedding">
            <a:extLst xmlns:a="http://schemas.openxmlformats.org/drawingml/2006/main">
              <a:ext uri="{FF2B5EF4-FFF2-40B4-BE49-F238E27FC236}">
                <a16:creationId xmlns:a16="http://schemas.microsoft.com/office/drawing/2014/main" id="{CA518D24-2455-4218-B977-86596D49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885950"/>
            <a:ext cx="257175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370" name="struct-to-embedding-head">
            <a:extLst xmlns:a="http://schemas.openxmlformats.org/drawingml/2006/main">
              <a:ext uri="{FF2B5EF4-FFF2-40B4-BE49-F238E27FC236}">
                <a16:creationId xmlns:a16="http://schemas.microsoft.com/office/drawing/2014/main" id="{7DC90994-827F-4322-8A8D-A3C316C7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58250" y="18478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371" name="struct-embedding-label">
            <a:extLst xmlns:a="http://schemas.openxmlformats.org/drawingml/2006/main">
              <a:ext uri="{FF2B5EF4-FFF2-40B4-BE49-F238E27FC236}">
                <a16:creationId xmlns:a16="http://schemas.microsoft.com/office/drawing/2014/main" id="{1FE810C5-EA8D-46CE-92CF-F06A5B52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952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Ēstruct</a:t>
            </a:r>
          </a:p>
        </p:txBody>
      </p:sp>
      <p:sp>
        <p:nvSpPr>
          <p:cNvPr id="372" name="struct-embedding-cell-0">
            <a:extLst xmlns:a="http://schemas.openxmlformats.org/drawingml/2006/main">
              <a:ext uri="{FF2B5EF4-FFF2-40B4-BE49-F238E27FC236}">
                <a16:creationId xmlns:a16="http://schemas.microsoft.com/office/drawing/2014/main" id="{9346714F-3013-48E8-B153-6AEA07CF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192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3D9148"/>
            </a:solidFill>
          </a:ln>
        </p:spPr>
      </p:sp>
      <p:sp>
        <p:nvSpPr>
          <p:cNvPr id="373" name="struct-embedding-cell-1">
            <a:extLst xmlns:a="http://schemas.openxmlformats.org/drawingml/2006/main">
              <a:ext uri="{FF2B5EF4-FFF2-40B4-BE49-F238E27FC236}">
                <a16:creationId xmlns:a16="http://schemas.microsoft.com/office/drawing/2014/main" id="{763F2446-B976-4BE9-80E6-A7AB6CE2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192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3D9148"/>
            </a:solidFill>
          </a:ln>
        </p:spPr>
      </p:sp>
      <p:sp>
        <p:nvSpPr>
          <p:cNvPr id="374" name="struct-embedding-cell-2">
            <a:extLst xmlns:a="http://schemas.openxmlformats.org/drawingml/2006/main">
              <a:ext uri="{FF2B5EF4-FFF2-40B4-BE49-F238E27FC236}">
                <a16:creationId xmlns:a16="http://schemas.microsoft.com/office/drawing/2014/main" id="{068531FA-D747-4A19-85CD-DCF50CD3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192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3D9148"/>
            </a:solidFill>
          </a:ln>
        </p:spPr>
      </p:sp>
      <p:sp>
        <p:nvSpPr>
          <p:cNvPr id="375" name="struct-embedding-cell-3">
            <a:extLst xmlns:a="http://schemas.openxmlformats.org/drawingml/2006/main">
              <a:ext uri="{FF2B5EF4-FFF2-40B4-BE49-F238E27FC236}">
                <a16:creationId xmlns:a16="http://schemas.microsoft.com/office/drawing/2014/main" id="{6432D605-51E1-4E8B-A2C5-16B27498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8192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3D9148"/>
            </a:solidFill>
          </a:ln>
        </p:spPr>
      </p:sp>
      <p:sp>
        <p:nvSpPr>
          <p:cNvPr id="376" name="struct-embedding-cell-4">
            <a:extLst xmlns:a="http://schemas.openxmlformats.org/drawingml/2006/main">
              <a:ext uri="{FF2B5EF4-FFF2-40B4-BE49-F238E27FC236}">
                <a16:creationId xmlns:a16="http://schemas.microsoft.com/office/drawing/2014/main" id="{CC982BBA-AF00-47CD-A7B7-DBEA2873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192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3D9148"/>
            </a:solidFill>
          </a:ln>
        </p:spPr>
      </p:sp>
      <p:sp>
        <p:nvSpPr>
          <p:cNvPr id="377" name="struct-embedding-dim-line">
            <a:extLst xmlns:a="http://schemas.openxmlformats.org/drawingml/2006/main">
              <a:ext uri="{FF2B5EF4-FFF2-40B4-BE49-F238E27FC236}">
                <a16:creationId xmlns:a16="http://schemas.microsoft.com/office/drawing/2014/main" id="{3AA8D708-E855-4DE1-A7AA-0E3FDF25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38350"/>
            <a:ext cx="447675" cy="9525"/>
          </a:xfrm>
          <a:prstGeom xmlns:a="http://schemas.openxmlformats.org/drawingml/2006/main" prst="line">
            <a:avLst/>
          </a:prstGeom>
          <a:ln xmlns:a="http://schemas.openxmlformats.org/drawingml/2006/main" w="6668">
            <a:solidFill>
              <a:srgbClr val="777777"/>
            </a:solidFill>
          </a:ln>
        </p:spPr>
      </p:sp>
      <p:sp>
        <p:nvSpPr>
          <p:cNvPr id="378" name="struct-embedding-dim">
            <a:extLst xmlns:a="http://schemas.openxmlformats.org/drawingml/2006/main">
              <a:ext uri="{FF2B5EF4-FFF2-40B4-BE49-F238E27FC236}">
                <a16:creationId xmlns:a16="http://schemas.microsoft.com/office/drawing/2014/main" id="{B4179A6F-C099-491B-9098-7BB2073C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47875"/>
            <a:ext cx="171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379" name="image-encoding-frame">
            <a:extLst xmlns:a="http://schemas.openxmlformats.org/drawingml/2006/main">
              <a:ext uri="{FF2B5EF4-FFF2-40B4-BE49-F238E27FC236}">
                <a16:creationId xmlns:a16="http://schemas.microsoft.com/office/drawing/2014/main" id="{684AC62E-5ED5-437F-BBFE-652BAAD0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9825"/>
            <a:ext cx="1000125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F28A2E"/>
            </a:solidFill>
          </a:ln>
        </p:spPr>
      </p:sp>
      <p:sp>
        <p:nvSpPr>
          <p:cNvPr id="380" name="image-encoding-edge-0">
            <a:extLst xmlns:a="http://schemas.openxmlformats.org/drawingml/2006/main">
              <a:ext uri="{FF2B5EF4-FFF2-40B4-BE49-F238E27FC236}">
                <a16:creationId xmlns:a16="http://schemas.microsoft.com/office/drawing/2014/main" id="{8068E298-2D92-4A99-B26C-6FDEAFD2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2576513"/>
            <a:ext cx="185166" cy="188024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81" name="image-encoding-edge-1">
            <a:extLst xmlns:a="http://schemas.openxmlformats.org/drawingml/2006/main">
              <a:ext uri="{FF2B5EF4-FFF2-40B4-BE49-F238E27FC236}">
                <a16:creationId xmlns:a16="http://schemas.microsoft.com/office/drawing/2014/main" id="{F7E54E19-8D47-48E1-9C67-C218251A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2576513"/>
            <a:ext cx="342900" cy="52006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82" name="image-encoding-edge-2">
            <a:extLst xmlns:a="http://schemas.openxmlformats.org/drawingml/2006/main">
              <a:ext uri="{FF2B5EF4-FFF2-40B4-BE49-F238E27FC236}">
                <a16:creationId xmlns:a16="http://schemas.microsoft.com/office/drawing/2014/main" id="{FB836A55-619D-443F-8834-C0D3C0FC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605" y="2628519"/>
            <a:ext cx="157734" cy="136017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83" name="image-encoding-edge-3">
            <a:extLst xmlns:a="http://schemas.openxmlformats.org/drawingml/2006/main">
              <a:ext uri="{FF2B5EF4-FFF2-40B4-BE49-F238E27FC236}">
                <a16:creationId xmlns:a16="http://schemas.microsoft.com/office/drawing/2014/main" id="{64EFB15E-AFBA-42F8-ACE7-DEAF2D46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605" y="2724531"/>
            <a:ext cx="342900" cy="40005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84" name="image-encoding-edge-4">
            <a:extLst xmlns:a="http://schemas.openxmlformats.org/drawingml/2006/main">
              <a:ext uri="{FF2B5EF4-FFF2-40B4-BE49-F238E27FC236}">
                <a16:creationId xmlns:a16="http://schemas.microsoft.com/office/drawing/2014/main" id="{4F950693-EF7F-4CB4-99FB-D514F8B1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339" y="2628519"/>
            <a:ext cx="185166" cy="96012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85" name="image-encoding-edge-5">
            <a:extLst xmlns:a="http://schemas.openxmlformats.org/drawingml/2006/main">
              <a:ext uri="{FF2B5EF4-FFF2-40B4-BE49-F238E27FC236}">
                <a16:creationId xmlns:a16="http://schemas.microsoft.com/office/drawing/2014/main" id="{96E0D3A2-3AE0-4FE5-97BC-25DE5F44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339" y="2548509"/>
            <a:ext cx="96012" cy="8001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86" name="image-encoding-edge-6">
            <a:extLst xmlns:a="http://schemas.openxmlformats.org/drawingml/2006/main">
              <a:ext uri="{FF2B5EF4-FFF2-40B4-BE49-F238E27FC236}">
                <a16:creationId xmlns:a16="http://schemas.microsoft.com/office/drawing/2014/main" id="{06586F1E-9D72-4836-AAB9-D5CD8EAE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2576513"/>
            <a:ext cx="96012" cy="100013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87" name="image-encoding-edge-7">
            <a:extLst xmlns:a="http://schemas.openxmlformats.org/drawingml/2006/main">
              <a:ext uri="{FF2B5EF4-FFF2-40B4-BE49-F238E27FC236}">
                <a16:creationId xmlns:a16="http://schemas.microsoft.com/office/drawing/2014/main" id="{3F98DEFD-A28C-4E30-B4F1-DDB819EE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451" y="2676525"/>
            <a:ext cx="432054" cy="48006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388" name="image-encoding-node-0">
            <a:extLst xmlns:a="http://schemas.openxmlformats.org/drawingml/2006/main">
              <a:ext uri="{FF2B5EF4-FFF2-40B4-BE49-F238E27FC236}">
                <a16:creationId xmlns:a16="http://schemas.microsoft.com/office/drawing/2014/main" id="{C4139492-D602-4177-B4A9-07B14DE1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814" y="2528888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28A2E"/>
            </a:solidFill>
          </a:ln>
        </p:spPr>
      </p:sp>
      <p:sp>
        <p:nvSpPr>
          <p:cNvPr id="389" name="image-encoding-node-1">
            <a:extLst xmlns:a="http://schemas.openxmlformats.org/drawingml/2006/main">
              <a:ext uri="{FF2B5EF4-FFF2-40B4-BE49-F238E27FC236}">
                <a16:creationId xmlns:a16="http://schemas.microsoft.com/office/drawing/2014/main" id="{4AD4CA6E-C5FB-406B-A64F-CEEB4BFF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980" y="2716911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28A2E"/>
            </a:solidFill>
          </a:ln>
        </p:spPr>
      </p:sp>
      <p:sp>
        <p:nvSpPr>
          <p:cNvPr id="390" name="image-encoding-node-2">
            <a:extLst xmlns:a="http://schemas.openxmlformats.org/drawingml/2006/main">
              <a:ext uri="{FF2B5EF4-FFF2-40B4-BE49-F238E27FC236}">
                <a16:creationId xmlns:a16="http://schemas.microsoft.com/office/drawing/2014/main" id="{004794D7-99FF-488A-A9E3-5DC47B84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714" y="2580894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28A2E"/>
            </a:solidFill>
          </a:ln>
        </p:spPr>
      </p:sp>
      <p:sp>
        <p:nvSpPr>
          <p:cNvPr id="391" name="image-encoding-node-3">
            <a:extLst xmlns:a="http://schemas.openxmlformats.org/drawingml/2006/main">
              <a:ext uri="{FF2B5EF4-FFF2-40B4-BE49-F238E27FC236}">
                <a16:creationId xmlns:a16="http://schemas.microsoft.com/office/drawing/2014/main" id="{D7F22AC8-70EF-4B37-9BE7-20CD6047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676906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28A2E"/>
            </a:solidFill>
          </a:ln>
        </p:spPr>
      </p:sp>
      <p:sp>
        <p:nvSpPr>
          <p:cNvPr id="392" name="image-encoding-node-4">
            <a:extLst xmlns:a="http://schemas.openxmlformats.org/drawingml/2006/main">
              <a:ext uri="{FF2B5EF4-FFF2-40B4-BE49-F238E27FC236}">
                <a16:creationId xmlns:a16="http://schemas.microsoft.com/office/drawing/2014/main" id="{DB81CD06-C91E-4AEA-8BED-F54E3DAB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826" y="262890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28A2E"/>
            </a:solidFill>
          </a:ln>
        </p:spPr>
      </p:sp>
      <p:sp>
        <p:nvSpPr>
          <p:cNvPr id="393" name="image-encoding-node-5">
            <a:extLst xmlns:a="http://schemas.openxmlformats.org/drawingml/2006/main">
              <a:ext uri="{FF2B5EF4-FFF2-40B4-BE49-F238E27FC236}">
                <a16:creationId xmlns:a16="http://schemas.microsoft.com/office/drawing/2014/main" id="{E7EFE343-3729-47E5-AFDE-C9FD31BA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726" y="2500884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F28A2E"/>
            </a:solidFill>
          </a:ln>
        </p:spPr>
      </p:sp>
      <p:sp>
        <p:nvSpPr>
          <p:cNvPr id="394" name="image-layers">
            <a:extLst xmlns:a="http://schemas.openxmlformats.org/drawingml/2006/main">
              <a:ext uri="{FF2B5EF4-FFF2-40B4-BE49-F238E27FC236}">
                <a16:creationId xmlns:a16="http://schemas.microsoft.com/office/drawing/2014/main" id="{69097E94-0CED-4415-A6BC-C6EECD7E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38450"/>
            <a:ext cx="2667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× L</a:t>
            </a:r>
          </a:p>
        </p:txBody>
      </p:sp>
      <p:sp>
        <p:nvSpPr>
          <p:cNvPr id="395" name="image-to-embedding">
            <a:extLst xmlns:a="http://schemas.openxmlformats.org/drawingml/2006/main">
              <a:ext uri="{FF2B5EF4-FFF2-40B4-BE49-F238E27FC236}">
                <a16:creationId xmlns:a16="http://schemas.microsoft.com/office/drawing/2014/main" id="{35362867-3558-490E-909E-919B30AC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24150"/>
            <a:ext cx="257175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396" name="image-to-embedding-head">
            <a:extLst xmlns:a="http://schemas.openxmlformats.org/drawingml/2006/main">
              <a:ext uri="{FF2B5EF4-FFF2-40B4-BE49-F238E27FC236}">
                <a16:creationId xmlns:a16="http://schemas.microsoft.com/office/drawing/2014/main" id="{40AD464B-7372-40C0-8EAC-86E9F47B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58250" y="26860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397" name="image-embedding-label">
            <a:extLst xmlns:a="http://schemas.openxmlformats.org/drawingml/2006/main">
              <a:ext uri="{FF2B5EF4-FFF2-40B4-BE49-F238E27FC236}">
                <a16:creationId xmlns:a16="http://schemas.microsoft.com/office/drawing/2014/main" id="{ECEC30D2-71F1-471A-A906-FC770438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57450"/>
            <a:ext cx="952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Ēimage</a:t>
            </a:r>
          </a:p>
        </p:txBody>
      </p:sp>
      <p:sp>
        <p:nvSpPr>
          <p:cNvPr id="398" name="image-embedding-cell-0">
            <a:extLst xmlns:a="http://schemas.openxmlformats.org/drawingml/2006/main">
              <a:ext uri="{FF2B5EF4-FFF2-40B4-BE49-F238E27FC236}">
                <a16:creationId xmlns:a16="http://schemas.microsoft.com/office/drawing/2014/main" id="{C34B834B-2877-44FA-AE1A-06F40957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574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F28A2E"/>
            </a:solidFill>
          </a:ln>
        </p:spPr>
      </p:sp>
      <p:sp>
        <p:nvSpPr>
          <p:cNvPr id="399" name="image-embedding-cell-1">
            <a:extLst xmlns:a="http://schemas.openxmlformats.org/drawingml/2006/main">
              <a:ext uri="{FF2B5EF4-FFF2-40B4-BE49-F238E27FC236}">
                <a16:creationId xmlns:a16="http://schemas.microsoft.com/office/drawing/2014/main" id="{CF7F1AC2-241D-4BC1-9CC3-C56DA80D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574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F28A2E"/>
            </a:solidFill>
          </a:ln>
        </p:spPr>
      </p:sp>
      <p:sp>
        <p:nvSpPr>
          <p:cNvPr id="400" name="image-embedding-cell-2">
            <a:extLst xmlns:a="http://schemas.openxmlformats.org/drawingml/2006/main">
              <a:ext uri="{FF2B5EF4-FFF2-40B4-BE49-F238E27FC236}">
                <a16:creationId xmlns:a16="http://schemas.microsoft.com/office/drawing/2014/main" id="{E67068C3-39BA-4AE2-9D22-17908CC2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574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F28A2E"/>
            </a:solidFill>
          </a:ln>
        </p:spPr>
      </p:sp>
      <p:sp>
        <p:nvSpPr>
          <p:cNvPr id="401" name="image-embedding-cell-3">
            <a:extLst xmlns:a="http://schemas.openxmlformats.org/drawingml/2006/main">
              <a:ext uri="{FF2B5EF4-FFF2-40B4-BE49-F238E27FC236}">
                <a16:creationId xmlns:a16="http://schemas.microsoft.com/office/drawing/2014/main" id="{839A491B-1D81-4926-AEC0-8FC6FABC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574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F28A2E"/>
            </a:solidFill>
          </a:ln>
        </p:spPr>
      </p:sp>
      <p:sp>
        <p:nvSpPr>
          <p:cNvPr id="402" name="image-embedding-cell-4">
            <a:extLst xmlns:a="http://schemas.openxmlformats.org/drawingml/2006/main">
              <a:ext uri="{FF2B5EF4-FFF2-40B4-BE49-F238E27FC236}">
                <a16:creationId xmlns:a16="http://schemas.microsoft.com/office/drawing/2014/main" id="{625AAF0E-D616-450E-8017-82314A77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574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F28A2E"/>
            </a:solidFill>
          </a:ln>
        </p:spPr>
      </p:sp>
      <p:sp>
        <p:nvSpPr>
          <p:cNvPr id="403" name="image-embedding-dim-line">
            <a:extLst xmlns:a="http://schemas.openxmlformats.org/drawingml/2006/main">
              <a:ext uri="{FF2B5EF4-FFF2-40B4-BE49-F238E27FC236}">
                <a16:creationId xmlns:a16="http://schemas.microsoft.com/office/drawing/2014/main" id="{85F1887E-4B2C-41E1-A144-4F6C0D7F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76550"/>
            <a:ext cx="447675" cy="9525"/>
          </a:xfrm>
          <a:prstGeom xmlns:a="http://schemas.openxmlformats.org/drawingml/2006/main" prst="line">
            <a:avLst/>
          </a:prstGeom>
          <a:ln xmlns:a="http://schemas.openxmlformats.org/drawingml/2006/main" w="6668">
            <a:solidFill>
              <a:srgbClr val="777777"/>
            </a:solidFill>
          </a:ln>
        </p:spPr>
      </p:sp>
      <p:sp>
        <p:nvSpPr>
          <p:cNvPr id="404" name="image-embedding-dim">
            <a:extLst xmlns:a="http://schemas.openxmlformats.org/drawingml/2006/main">
              <a:ext uri="{FF2B5EF4-FFF2-40B4-BE49-F238E27FC236}">
                <a16:creationId xmlns:a16="http://schemas.microsoft.com/office/drawing/2014/main" id="{CD655045-D477-4B2B-B93A-01540F39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86075"/>
            <a:ext cx="171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405" name="text-encoding-frame">
            <a:extLst xmlns:a="http://schemas.openxmlformats.org/drawingml/2006/main">
              <a:ext uri="{FF2B5EF4-FFF2-40B4-BE49-F238E27FC236}">
                <a16:creationId xmlns:a16="http://schemas.microsoft.com/office/drawing/2014/main" id="{FB012E1B-E82F-40C1-AE0E-488D35E9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48025"/>
            <a:ext cx="1000125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2F6FD6"/>
            </a:solidFill>
          </a:ln>
        </p:spPr>
      </p:sp>
      <p:sp>
        <p:nvSpPr>
          <p:cNvPr id="406" name="text-encoding-edge-0">
            <a:extLst xmlns:a="http://schemas.openxmlformats.org/drawingml/2006/main">
              <a:ext uri="{FF2B5EF4-FFF2-40B4-BE49-F238E27FC236}">
                <a16:creationId xmlns:a16="http://schemas.microsoft.com/office/drawing/2014/main" id="{C6384529-6A05-4717-B7F5-079BF32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3414713"/>
            <a:ext cx="185166" cy="188024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07" name="text-encoding-edge-1">
            <a:extLst xmlns:a="http://schemas.openxmlformats.org/drawingml/2006/main">
              <a:ext uri="{FF2B5EF4-FFF2-40B4-BE49-F238E27FC236}">
                <a16:creationId xmlns:a16="http://schemas.microsoft.com/office/drawing/2014/main" id="{9F21BBB9-BA8B-4641-B583-1DA7395F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3414713"/>
            <a:ext cx="342900" cy="52006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08" name="text-encoding-edge-2">
            <a:extLst xmlns:a="http://schemas.openxmlformats.org/drawingml/2006/main">
              <a:ext uri="{FF2B5EF4-FFF2-40B4-BE49-F238E27FC236}">
                <a16:creationId xmlns:a16="http://schemas.microsoft.com/office/drawing/2014/main" id="{5FF97677-3F53-485A-B749-D62663FB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605" y="3466719"/>
            <a:ext cx="157734" cy="136017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09" name="text-encoding-edge-3">
            <a:extLst xmlns:a="http://schemas.openxmlformats.org/drawingml/2006/main">
              <a:ext uri="{FF2B5EF4-FFF2-40B4-BE49-F238E27FC236}">
                <a16:creationId xmlns:a16="http://schemas.microsoft.com/office/drawing/2014/main" id="{81AE813D-D712-42A8-AE0B-56911891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605" y="3562731"/>
            <a:ext cx="342900" cy="40005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10" name="text-encoding-edge-4">
            <a:extLst xmlns:a="http://schemas.openxmlformats.org/drawingml/2006/main">
              <a:ext uri="{FF2B5EF4-FFF2-40B4-BE49-F238E27FC236}">
                <a16:creationId xmlns:a16="http://schemas.microsoft.com/office/drawing/2014/main" id="{810231B4-259E-4C90-BFD0-D2FD16F5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339" y="3466719"/>
            <a:ext cx="185166" cy="96012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11" name="text-encoding-edge-5">
            <a:extLst xmlns:a="http://schemas.openxmlformats.org/drawingml/2006/main">
              <a:ext uri="{FF2B5EF4-FFF2-40B4-BE49-F238E27FC236}">
                <a16:creationId xmlns:a16="http://schemas.microsoft.com/office/drawing/2014/main" id="{BDF9FE24-2B71-44AB-9A14-CFCF817A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339" y="3386709"/>
            <a:ext cx="96012" cy="8001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12" name="text-encoding-edge-6">
            <a:extLst xmlns:a="http://schemas.openxmlformats.org/drawingml/2006/main">
              <a:ext uri="{FF2B5EF4-FFF2-40B4-BE49-F238E27FC236}">
                <a16:creationId xmlns:a16="http://schemas.microsoft.com/office/drawing/2014/main" id="{EE5B7A72-F244-4A9B-9A0D-53E8E7AE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3414713"/>
            <a:ext cx="96012" cy="100013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13" name="text-encoding-edge-7">
            <a:extLst xmlns:a="http://schemas.openxmlformats.org/drawingml/2006/main">
              <a:ext uri="{FF2B5EF4-FFF2-40B4-BE49-F238E27FC236}">
                <a16:creationId xmlns:a16="http://schemas.microsoft.com/office/drawing/2014/main" id="{3ED60417-75A5-40A5-9F29-AC4A27B9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451" y="3514725"/>
            <a:ext cx="432054" cy="48006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14" name="text-encoding-node-0">
            <a:extLst xmlns:a="http://schemas.openxmlformats.org/drawingml/2006/main">
              <a:ext uri="{FF2B5EF4-FFF2-40B4-BE49-F238E27FC236}">
                <a16:creationId xmlns:a16="http://schemas.microsoft.com/office/drawing/2014/main" id="{00F1AE7D-867C-40CA-A147-72EC52B5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814" y="3367088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415" name="text-encoding-node-1">
            <a:extLst xmlns:a="http://schemas.openxmlformats.org/drawingml/2006/main">
              <a:ext uri="{FF2B5EF4-FFF2-40B4-BE49-F238E27FC236}">
                <a16:creationId xmlns:a16="http://schemas.microsoft.com/office/drawing/2014/main" id="{2061CEA4-BFA9-4A75-9817-FF7169B1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980" y="3555111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416" name="text-encoding-node-2">
            <a:extLst xmlns:a="http://schemas.openxmlformats.org/drawingml/2006/main">
              <a:ext uri="{FF2B5EF4-FFF2-40B4-BE49-F238E27FC236}">
                <a16:creationId xmlns:a16="http://schemas.microsoft.com/office/drawing/2014/main" id="{403D8A81-D4DA-4714-BBC6-1E779AB3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714" y="3419094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417" name="text-encoding-node-3">
            <a:extLst xmlns:a="http://schemas.openxmlformats.org/drawingml/2006/main">
              <a:ext uri="{FF2B5EF4-FFF2-40B4-BE49-F238E27FC236}">
                <a16:creationId xmlns:a16="http://schemas.microsoft.com/office/drawing/2014/main" id="{B398671D-4DBC-43D8-A4E3-368E792B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515106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418" name="text-encoding-node-4">
            <a:extLst xmlns:a="http://schemas.openxmlformats.org/drawingml/2006/main">
              <a:ext uri="{FF2B5EF4-FFF2-40B4-BE49-F238E27FC236}">
                <a16:creationId xmlns:a16="http://schemas.microsoft.com/office/drawing/2014/main" id="{A831CA11-C44A-4C32-94BA-579A3247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826" y="346710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419" name="text-encoding-node-5">
            <a:extLst xmlns:a="http://schemas.openxmlformats.org/drawingml/2006/main">
              <a:ext uri="{FF2B5EF4-FFF2-40B4-BE49-F238E27FC236}">
                <a16:creationId xmlns:a16="http://schemas.microsoft.com/office/drawing/2014/main" id="{9664FC9E-7A5B-4373-BF0D-5A348D60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726" y="3339084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F6FD6"/>
            </a:solidFill>
          </a:ln>
        </p:spPr>
      </p:sp>
      <p:sp>
        <p:nvSpPr>
          <p:cNvPr id="420" name="text-layers">
            <a:extLst xmlns:a="http://schemas.openxmlformats.org/drawingml/2006/main">
              <a:ext uri="{FF2B5EF4-FFF2-40B4-BE49-F238E27FC236}">
                <a16:creationId xmlns:a16="http://schemas.microsoft.com/office/drawing/2014/main" id="{F446DA39-681B-4BC5-8D81-67116811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76650"/>
            <a:ext cx="2667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× L</a:t>
            </a:r>
          </a:p>
        </p:txBody>
      </p:sp>
      <p:sp>
        <p:nvSpPr>
          <p:cNvPr id="421" name="text-to-embedding">
            <a:extLst xmlns:a="http://schemas.openxmlformats.org/drawingml/2006/main">
              <a:ext uri="{FF2B5EF4-FFF2-40B4-BE49-F238E27FC236}">
                <a16:creationId xmlns:a16="http://schemas.microsoft.com/office/drawing/2014/main" id="{BB62725D-DAB1-4FD8-9FF6-667BF1E8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562350"/>
            <a:ext cx="257175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422" name="text-to-embedding-head">
            <a:extLst xmlns:a="http://schemas.openxmlformats.org/drawingml/2006/main">
              <a:ext uri="{FF2B5EF4-FFF2-40B4-BE49-F238E27FC236}">
                <a16:creationId xmlns:a16="http://schemas.microsoft.com/office/drawing/2014/main" id="{2AD713A0-58AD-4666-A0EF-AFE97BD8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58250" y="35242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423" name="text-embedding-label">
            <a:extLst xmlns:a="http://schemas.openxmlformats.org/drawingml/2006/main">
              <a:ext uri="{FF2B5EF4-FFF2-40B4-BE49-F238E27FC236}">
                <a16:creationId xmlns:a16="http://schemas.microsoft.com/office/drawing/2014/main" id="{7BB3A619-D620-4A6F-839D-437EEE9B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95650"/>
            <a:ext cx="952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Ētext</a:t>
            </a:r>
          </a:p>
        </p:txBody>
      </p:sp>
      <p:sp>
        <p:nvSpPr>
          <p:cNvPr id="424" name="text-embedding-cell-0">
            <a:extLst xmlns:a="http://schemas.openxmlformats.org/drawingml/2006/main">
              <a:ext uri="{FF2B5EF4-FFF2-40B4-BE49-F238E27FC236}">
                <a16:creationId xmlns:a16="http://schemas.microsoft.com/office/drawing/2014/main" id="{2A14E41B-BA33-4C78-B6F4-A7BF73FA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956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2F6FD6"/>
            </a:solidFill>
          </a:ln>
        </p:spPr>
      </p:sp>
      <p:sp>
        <p:nvSpPr>
          <p:cNvPr id="425" name="text-embedding-cell-1">
            <a:extLst xmlns:a="http://schemas.openxmlformats.org/drawingml/2006/main">
              <a:ext uri="{FF2B5EF4-FFF2-40B4-BE49-F238E27FC236}">
                <a16:creationId xmlns:a16="http://schemas.microsoft.com/office/drawing/2014/main" id="{3CEA516F-6A16-4370-80A9-485B1720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956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2F6FD6"/>
            </a:solidFill>
          </a:ln>
        </p:spPr>
      </p:sp>
      <p:sp>
        <p:nvSpPr>
          <p:cNvPr id="426" name="text-embedding-cell-2">
            <a:extLst xmlns:a="http://schemas.openxmlformats.org/drawingml/2006/main">
              <a:ext uri="{FF2B5EF4-FFF2-40B4-BE49-F238E27FC236}">
                <a16:creationId xmlns:a16="http://schemas.microsoft.com/office/drawing/2014/main" id="{7BE9A603-429B-4F1E-A890-58C54920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956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2F6FD6"/>
            </a:solidFill>
          </a:ln>
        </p:spPr>
      </p:sp>
      <p:sp>
        <p:nvSpPr>
          <p:cNvPr id="427" name="text-embedding-cell-3">
            <a:extLst xmlns:a="http://schemas.openxmlformats.org/drawingml/2006/main">
              <a:ext uri="{FF2B5EF4-FFF2-40B4-BE49-F238E27FC236}">
                <a16:creationId xmlns:a16="http://schemas.microsoft.com/office/drawing/2014/main" id="{B81E5993-8815-4F81-B7BE-0B41A3E1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4956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2F6FD6"/>
            </a:solidFill>
          </a:ln>
        </p:spPr>
      </p:sp>
      <p:sp>
        <p:nvSpPr>
          <p:cNvPr id="428" name="text-embedding-cell-4">
            <a:extLst xmlns:a="http://schemas.openxmlformats.org/drawingml/2006/main">
              <a:ext uri="{FF2B5EF4-FFF2-40B4-BE49-F238E27FC236}">
                <a16:creationId xmlns:a16="http://schemas.microsoft.com/office/drawing/2014/main" id="{6141F39A-66F6-4318-9488-23BFF62B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956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2F6FD6"/>
            </a:solidFill>
          </a:ln>
        </p:spPr>
      </p:sp>
      <p:sp>
        <p:nvSpPr>
          <p:cNvPr id="429" name="text-embedding-dim-line">
            <a:extLst xmlns:a="http://schemas.openxmlformats.org/drawingml/2006/main">
              <a:ext uri="{FF2B5EF4-FFF2-40B4-BE49-F238E27FC236}">
                <a16:creationId xmlns:a16="http://schemas.microsoft.com/office/drawing/2014/main" id="{1E04B85A-8E02-420D-91E9-561C4167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14750"/>
            <a:ext cx="447675" cy="9525"/>
          </a:xfrm>
          <a:prstGeom xmlns:a="http://schemas.openxmlformats.org/drawingml/2006/main" prst="line">
            <a:avLst/>
          </a:prstGeom>
          <a:ln xmlns:a="http://schemas.openxmlformats.org/drawingml/2006/main" w="6668">
            <a:solidFill>
              <a:srgbClr val="777777"/>
            </a:solidFill>
          </a:ln>
        </p:spPr>
      </p:sp>
      <p:sp>
        <p:nvSpPr>
          <p:cNvPr id="430" name="text-embedding-dim">
            <a:extLst xmlns:a="http://schemas.openxmlformats.org/drawingml/2006/main">
              <a:ext uri="{FF2B5EF4-FFF2-40B4-BE49-F238E27FC236}">
                <a16:creationId xmlns:a16="http://schemas.microsoft.com/office/drawing/2014/main" id="{2CFFAD16-7F9E-4CD0-8688-E72D6E9E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24275"/>
            <a:ext cx="171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431" name="beit3-encoding-frame">
            <a:extLst xmlns:a="http://schemas.openxmlformats.org/drawingml/2006/main">
              <a:ext uri="{FF2B5EF4-FFF2-40B4-BE49-F238E27FC236}">
                <a16:creationId xmlns:a16="http://schemas.microsoft.com/office/drawing/2014/main" id="{10D4BD60-D78A-4CAF-B746-1A422EF3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86225"/>
            <a:ext cx="1000125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8A55CC"/>
            </a:solidFill>
          </a:ln>
        </p:spPr>
      </p:sp>
      <p:sp>
        <p:nvSpPr>
          <p:cNvPr id="432" name="beit3-encoding-edge-0">
            <a:extLst xmlns:a="http://schemas.openxmlformats.org/drawingml/2006/main">
              <a:ext uri="{FF2B5EF4-FFF2-40B4-BE49-F238E27FC236}">
                <a16:creationId xmlns:a16="http://schemas.microsoft.com/office/drawing/2014/main" id="{457BFA39-6C9D-47C1-8E89-46E3F8D3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4252913"/>
            <a:ext cx="185166" cy="188024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33" name="beit3-encoding-edge-1">
            <a:extLst xmlns:a="http://schemas.openxmlformats.org/drawingml/2006/main">
              <a:ext uri="{FF2B5EF4-FFF2-40B4-BE49-F238E27FC236}">
                <a16:creationId xmlns:a16="http://schemas.microsoft.com/office/drawing/2014/main" id="{1DCDEFDE-B649-4C35-9F21-37370DBB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4252913"/>
            <a:ext cx="342900" cy="52006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34" name="beit3-encoding-edge-2">
            <a:extLst xmlns:a="http://schemas.openxmlformats.org/drawingml/2006/main">
              <a:ext uri="{FF2B5EF4-FFF2-40B4-BE49-F238E27FC236}">
                <a16:creationId xmlns:a16="http://schemas.microsoft.com/office/drawing/2014/main" id="{AC3528B7-D0AF-4640-967E-E520DE7D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605" y="4304919"/>
            <a:ext cx="157734" cy="136017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35" name="beit3-encoding-edge-3">
            <a:extLst xmlns:a="http://schemas.openxmlformats.org/drawingml/2006/main">
              <a:ext uri="{FF2B5EF4-FFF2-40B4-BE49-F238E27FC236}">
                <a16:creationId xmlns:a16="http://schemas.microsoft.com/office/drawing/2014/main" id="{8343AA0F-7E1E-417E-92A8-36FF225F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605" y="4400931"/>
            <a:ext cx="342900" cy="40005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36" name="beit3-encoding-edge-4">
            <a:extLst xmlns:a="http://schemas.openxmlformats.org/drawingml/2006/main">
              <a:ext uri="{FF2B5EF4-FFF2-40B4-BE49-F238E27FC236}">
                <a16:creationId xmlns:a16="http://schemas.microsoft.com/office/drawing/2014/main" id="{013F217B-BF88-43EE-A976-841099E7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339" y="4304919"/>
            <a:ext cx="185166" cy="96012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37" name="beit3-encoding-edge-5">
            <a:extLst xmlns:a="http://schemas.openxmlformats.org/drawingml/2006/main">
              <a:ext uri="{FF2B5EF4-FFF2-40B4-BE49-F238E27FC236}">
                <a16:creationId xmlns:a16="http://schemas.microsoft.com/office/drawing/2014/main" id="{71BE3926-5AB1-447A-98A4-B101D865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339" y="4224909"/>
            <a:ext cx="96012" cy="8001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38" name="beit3-encoding-edge-6">
            <a:extLst xmlns:a="http://schemas.openxmlformats.org/drawingml/2006/main">
              <a:ext uri="{FF2B5EF4-FFF2-40B4-BE49-F238E27FC236}">
                <a16:creationId xmlns:a16="http://schemas.microsoft.com/office/drawing/2014/main" id="{FA6C5070-EA47-4FC6-97B6-E0583D1B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4252913"/>
            <a:ext cx="96012" cy="100013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39" name="beit3-encoding-edge-7">
            <a:extLst xmlns:a="http://schemas.openxmlformats.org/drawingml/2006/main">
              <a:ext uri="{FF2B5EF4-FFF2-40B4-BE49-F238E27FC236}">
                <a16:creationId xmlns:a16="http://schemas.microsoft.com/office/drawing/2014/main" id="{E8387FC0-60F5-4793-BF66-7A9CDCFF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451" y="4352925"/>
            <a:ext cx="432054" cy="48006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440" name="beit3-encoding-node-0">
            <a:extLst xmlns:a="http://schemas.openxmlformats.org/drawingml/2006/main">
              <a:ext uri="{FF2B5EF4-FFF2-40B4-BE49-F238E27FC236}">
                <a16:creationId xmlns:a16="http://schemas.microsoft.com/office/drawing/2014/main" id="{A1230C94-140A-4CCA-87C3-A37F8CEA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814" y="4205288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8A55CC"/>
            </a:solidFill>
          </a:ln>
        </p:spPr>
      </p:sp>
      <p:sp>
        <p:nvSpPr>
          <p:cNvPr id="441" name="beit3-encoding-node-1">
            <a:extLst xmlns:a="http://schemas.openxmlformats.org/drawingml/2006/main">
              <a:ext uri="{FF2B5EF4-FFF2-40B4-BE49-F238E27FC236}">
                <a16:creationId xmlns:a16="http://schemas.microsoft.com/office/drawing/2014/main" id="{C03B1CD3-8CF4-4DA2-B225-E9FE9F05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980" y="4393311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8A55CC"/>
            </a:solidFill>
          </a:ln>
        </p:spPr>
      </p:sp>
      <p:sp>
        <p:nvSpPr>
          <p:cNvPr id="442" name="beit3-encoding-node-2">
            <a:extLst xmlns:a="http://schemas.openxmlformats.org/drawingml/2006/main">
              <a:ext uri="{FF2B5EF4-FFF2-40B4-BE49-F238E27FC236}">
                <a16:creationId xmlns:a16="http://schemas.microsoft.com/office/drawing/2014/main" id="{3E09EDFD-08DA-4FEB-864B-F734E0C6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714" y="4257294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8A55CC"/>
            </a:solidFill>
          </a:ln>
        </p:spPr>
      </p:sp>
      <p:sp>
        <p:nvSpPr>
          <p:cNvPr id="443" name="beit3-encoding-node-3">
            <a:extLst xmlns:a="http://schemas.openxmlformats.org/drawingml/2006/main">
              <a:ext uri="{FF2B5EF4-FFF2-40B4-BE49-F238E27FC236}">
                <a16:creationId xmlns:a16="http://schemas.microsoft.com/office/drawing/2014/main" id="{A0067238-5A9A-42FF-BADC-81ABA3C1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353306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8A55CC"/>
            </a:solidFill>
          </a:ln>
        </p:spPr>
      </p:sp>
      <p:sp>
        <p:nvSpPr>
          <p:cNvPr id="444" name="beit3-encoding-node-4">
            <a:extLst xmlns:a="http://schemas.openxmlformats.org/drawingml/2006/main">
              <a:ext uri="{FF2B5EF4-FFF2-40B4-BE49-F238E27FC236}">
                <a16:creationId xmlns:a16="http://schemas.microsoft.com/office/drawing/2014/main" id="{A47684BA-86F8-4758-946E-52F37BE3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826" y="4305300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8A55CC"/>
            </a:solidFill>
          </a:ln>
        </p:spPr>
      </p:sp>
      <p:sp>
        <p:nvSpPr>
          <p:cNvPr id="445" name="beit3-encoding-node-5">
            <a:extLst xmlns:a="http://schemas.openxmlformats.org/drawingml/2006/main">
              <a:ext uri="{FF2B5EF4-FFF2-40B4-BE49-F238E27FC236}">
                <a16:creationId xmlns:a16="http://schemas.microsoft.com/office/drawing/2014/main" id="{D8F32D41-FE6D-4562-9D41-4072E77F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726" y="4177284"/>
            <a:ext cx="95250" cy="952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8A55CC"/>
            </a:solidFill>
          </a:ln>
        </p:spPr>
      </p:sp>
      <p:sp>
        <p:nvSpPr>
          <p:cNvPr id="446" name="beit3-layers">
            <a:extLst xmlns:a="http://schemas.openxmlformats.org/drawingml/2006/main">
              <a:ext uri="{FF2B5EF4-FFF2-40B4-BE49-F238E27FC236}">
                <a16:creationId xmlns:a16="http://schemas.microsoft.com/office/drawing/2014/main" id="{D9846157-74BC-431F-96E4-80F0C0ED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14850"/>
            <a:ext cx="2667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× L</a:t>
            </a:r>
          </a:p>
        </p:txBody>
      </p:sp>
      <p:sp>
        <p:nvSpPr>
          <p:cNvPr id="447" name="beit3-to-embedding">
            <a:extLst xmlns:a="http://schemas.openxmlformats.org/drawingml/2006/main">
              <a:ext uri="{FF2B5EF4-FFF2-40B4-BE49-F238E27FC236}">
                <a16:creationId xmlns:a16="http://schemas.microsoft.com/office/drawing/2014/main" id="{322FD042-CCE1-4D6B-BEE8-94D5F505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400550"/>
            <a:ext cx="257175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448" name="beit3-to-embedding-head">
            <a:extLst xmlns:a="http://schemas.openxmlformats.org/drawingml/2006/main">
              <a:ext uri="{FF2B5EF4-FFF2-40B4-BE49-F238E27FC236}">
                <a16:creationId xmlns:a16="http://schemas.microsoft.com/office/drawing/2014/main" id="{CB375EFF-8C87-48E9-B48D-E7398F91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58250" y="43624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449" name="beit3-embedding-label">
            <a:extLst xmlns:a="http://schemas.openxmlformats.org/drawingml/2006/main">
              <a:ext uri="{FF2B5EF4-FFF2-40B4-BE49-F238E27FC236}">
                <a16:creationId xmlns:a16="http://schemas.microsoft.com/office/drawing/2014/main" id="{B39BD763-6C31-4D01-8C5C-2454C6D6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33850"/>
            <a:ext cx="952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Ēbeit3</a:t>
            </a:r>
          </a:p>
        </p:txBody>
      </p:sp>
      <p:sp>
        <p:nvSpPr>
          <p:cNvPr id="450" name="beit3-embedding-cell-0">
            <a:extLst xmlns:a="http://schemas.openxmlformats.org/drawingml/2006/main">
              <a:ext uri="{FF2B5EF4-FFF2-40B4-BE49-F238E27FC236}">
                <a16:creationId xmlns:a16="http://schemas.microsoft.com/office/drawing/2014/main" id="{814951F1-CA59-41F6-818F-D63512CB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338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8A55CC"/>
            </a:solidFill>
          </a:ln>
        </p:spPr>
      </p:sp>
      <p:sp>
        <p:nvSpPr>
          <p:cNvPr id="451" name="beit3-embedding-cell-1">
            <a:extLst xmlns:a="http://schemas.openxmlformats.org/drawingml/2006/main">
              <a:ext uri="{FF2B5EF4-FFF2-40B4-BE49-F238E27FC236}">
                <a16:creationId xmlns:a16="http://schemas.microsoft.com/office/drawing/2014/main" id="{A81B6168-7524-42D1-9690-A97AD585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338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8A55CC"/>
            </a:solidFill>
          </a:ln>
        </p:spPr>
      </p:sp>
      <p:sp>
        <p:nvSpPr>
          <p:cNvPr id="452" name="beit3-embedding-cell-2">
            <a:extLst xmlns:a="http://schemas.openxmlformats.org/drawingml/2006/main">
              <a:ext uri="{FF2B5EF4-FFF2-40B4-BE49-F238E27FC236}">
                <a16:creationId xmlns:a16="http://schemas.microsoft.com/office/drawing/2014/main" id="{1B04B374-2C4A-4DFC-8325-07CB40D8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338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8A55CC"/>
            </a:solidFill>
          </a:ln>
        </p:spPr>
      </p:sp>
      <p:sp>
        <p:nvSpPr>
          <p:cNvPr id="453" name="beit3-embedding-cell-3">
            <a:extLst xmlns:a="http://schemas.openxmlformats.org/drawingml/2006/main">
              <a:ext uri="{FF2B5EF4-FFF2-40B4-BE49-F238E27FC236}">
                <a16:creationId xmlns:a16="http://schemas.microsoft.com/office/drawing/2014/main" id="{AE4BB650-809F-4687-95CF-C42AB37C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3338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8A55CC"/>
            </a:solidFill>
          </a:ln>
        </p:spPr>
      </p:sp>
      <p:sp>
        <p:nvSpPr>
          <p:cNvPr id="454" name="beit3-embedding-cell-4">
            <a:extLst xmlns:a="http://schemas.openxmlformats.org/drawingml/2006/main">
              <a:ext uri="{FF2B5EF4-FFF2-40B4-BE49-F238E27FC236}">
                <a16:creationId xmlns:a16="http://schemas.microsoft.com/office/drawing/2014/main" id="{48401ADD-D5D4-460B-A3EB-1DB9C719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338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8A55CC"/>
            </a:solidFill>
          </a:ln>
        </p:spPr>
      </p:sp>
      <p:sp>
        <p:nvSpPr>
          <p:cNvPr id="455" name="beit3-embedding-dim-line">
            <a:extLst xmlns:a="http://schemas.openxmlformats.org/drawingml/2006/main">
              <a:ext uri="{FF2B5EF4-FFF2-40B4-BE49-F238E27FC236}">
                <a16:creationId xmlns:a16="http://schemas.microsoft.com/office/drawing/2014/main" id="{05FE9287-F996-4803-AFB3-4AA1998F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552950"/>
            <a:ext cx="447675" cy="9525"/>
          </a:xfrm>
          <a:prstGeom xmlns:a="http://schemas.openxmlformats.org/drawingml/2006/main" prst="line">
            <a:avLst/>
          </a:prstGeom>
          <a:ln xmlns:a="http://schemas.openxmlformats.org/drawingml/2006/main" w="6668">
            <a:solidFill>
              <a:srgbClr val="777777"/>
            </a:solidFill>
          </a:ln>
        </p:spPr>
      </p:sp>
      <p:sp>
        <p:nvSpPr>
          <p:cNvPr id="456" name="beit3-embedding-dim">
            <a:extLst xmlns:a="http://schemas.openxmlformats.org/drawingml/2006/main">
              <a:ext uri="{FF2B5EF4-FFF2-40B4-BE49-F238E27FC236}">
                <a16:creationId xmlns:a16="http://schemas.microsoft.com/office/drawing/2014/main" id="{A5063899-B6ED-4B86-AFF3-DC166544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62475"/>
            <a:ext cx="171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457" name="view-legend-panel">
            <a:extLst xmlns:a="http://schemas.openxmlformats.org/drawingml/2006/main">
              <a:ext uri="{FF2B5EF4-FFF2-40B4-BE49-F238E27FC236}">
                <a16:creationId xmlns:a16="http://schemas.microsoft.com/office/drawing/2014/main" id="{BF62AFD3-AC8F-4FC6-B77B-316925E3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115050"/>
            <a:ext cx="4476750" cy="285750"/>
          </a:xfrm>
          <a:prstGeom xmlns:a="http://schemas.openxmlformats.org/drawingml/2006/main" prst="roundRect">
            <a:avLst>
              <a:gd name="adj" fmla="val 26667"/>
            </a:avLst>
          </a:prstGeom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58" name="legend-node">
            <a:extLst xmlns:a="http://schemas.openxmlformats.org/drawingml/2006/main">
              <a:ext uri="{FF2B5EF4-FFF2-40B4-BE49-F238E27FC236}">
                <a16:creationId xmlns:a16="http://schemas.microsoft.com/office/drawing/2014/main" id="{3D1B67DB-3E8B-479F-A283-53332D9E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191250"/>
            <a:ext cx="133350" cy="1333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22222"/>
            </a:solidFill>
          </a:ln>
        </p:spPr>
      </p:sp>
      <p:sp>
        <p:nvSpPr>
          <p:cNvPr id="459" name="legend-node-label">
            <a:extLst xmlns:a="http://schemas.openxmlformats.org/drawingml/2006/main">
              <a:ext uri="{FF2B5EF4-FFF2-40B4-BE49-F238E27FC236}">
                <a16:creationId xmlns:a16="http://schemas.microsoft.com/office/drawing/2014/main" id="{25E99A84-F031-4E38-81A6-BEDF71B9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19125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Node</a:t>
            </a:r>
          </a:p>
        </p:txBody>
      </p:sp>
      <p:sp>
        <p:nvSpPr>
          <p:cNvPr id="460" name="legend-edge">
            <a:extLst xmlns:a="http://schemas.openxmlformats.org/drawingml/2006/main">
              <a:ext uri="{FF2B5EF4-FFF2-40B4-BE49-F238E27FC236}">
                <a16:creationId xmlns:a16="http://schemas.microsoft.com/office/drawing/2014/main" id="{57BEB246-8EFB-4EFF-95A6-384635C8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257925"/>
            <a:ext cx="304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461" name="legend-edge-label">
            <a:extLst xmlns:a="http://schemas.openxmlformats.org/drawingml/2006/main">
              <a:ext uri="{FF2B5EF4-FFF2-40B4-BE49-F238E27FC236}">
                <a16:creationId xmlns:a16="http://schemas.microsoft.com/office/drawing/2014/main" id="{D8F85570-290C-46D6-8CF8-8A7FA4BC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19125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462" name="legend-adj-matrix-frame">
            <a:extLst xmlns:a="http://schemas.openxmlformats.org/drawingml/2006/main">
              <a:ext uri="{FF2B5EF4-FFF2-40B4-BE49-F238E27FC236}">
                <a16:creationId xmlns:a16="http://schemas.microsoft.com/office/drawing/2014/main" id="{B8B27429-DA8F-4BE4-BB4A-A7D489B5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162675"/>
            <a:ext cx="171450" cy="1714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63" name="legend-adj-matrix-0-0">
            <a:extLst xmlns:a="http://schemas.openxmlformats.org/drawingml/2006/main">
              <a:ext uri="{FF2B5EF4-FFF2-40B4-BE49-F238E27FC236}">
                <a16:creationId xmlns:a16="http://schemas.microsoft.com/office/drawing/2014/main" id="{43ABEBD0-F114-48A4-91E0-F3D8F9C9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17220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64" name="legend-adj-matrix-0-1">
            <a:extLst xmlns:a="http://schemas.openxmlformats.org/drawingml/2006/main">
              <a:ext uri="{FF2B5EF4-FFF2-40B4-BE49-F238E27FC236}">
                <a16:creationId xmlns:a16="http://schemas.microsoft.com/office/drawing/2014/main" id="{775159D3-B44D-4B7C-A3E2-A6851360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15" y="617220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65" name="legend-adj-matrix-0-2">
            <a:extLst xmlns:a="http://schemas.openxmlformats.org/drawingml/2006/main">
              <a:ext uri="{FF2B5EF4-FFF2-40B4-BE49-F238E27FC236}">
                <a16:creationId xmlns:a16="http://schemas.microsoft.com/office/drawing/2014/main" id="{8A6FDBDE-2184-45FC-A828-50DB551F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905" y="617220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66" name="legend-adj-matrix-0-3">
            <a:extLst xmlns:a="http://schemas.openxmlformats.org/drawingml/2006/main">
              <a:ext uri="{FF2B5EF4-FFF2-40B4-BE49-F238E27FC236}">
                <a16:creationId xmlns:a16="http://schemas.microsoft.com/office/drawing/2014/main" id="{294847F2-6C73-441D-8458-66DFE673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195" y="617220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67" name="legend-adj-matrix-0-4">
            <a:extLst xmlns:a="http://schemas.openxmlformats.org/drawingml/2006/main">
              <a:ext uri="{FF2B5EF4-FFF2-40B4-BE49-F238E27FC236}">
                <a16:creationId xmlns:a16="http://schemas.microsoft.com/office/drawing/2014/main" id="{1AAEF602-77AB-4CCC-8EEB-144DB4C3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617220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68" name="legend-adj-matrix-1-0">
            <a:extLst xmlns:a="http://schemas.openxmlformats.org/drawingml/2006/main">
              <a:ext uri="{FF2B5EF4-FFF2-40B4-BE49-F238E27FC236}">
                <a16:creationId xmlns:a16="http://schemas.microsoft.com/office/drawing/2014/main" id="{D572F748-A856-41EA-ACD0-7F9B4D77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20649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69" name="legend-adj-matrix-1-1">
            <a:extLst xmlns:a="http://schemas.openxmlformats.org/drawingml/2006/main">
              <a:ext uri="{FF2B5EF4-FFF2-40B4-BE49-F238E27FC236}">
                <a16:creationId xmlns:a16="http://schemas.microsoft.com/office/drawing/2014/main" id="{A6788317-828E-4BD4-9349-36D5BB35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15" y="620649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70" name="legend-adj-matrix-1-2">
            <a:extLst xmlns:a="http://schemas.openxmlformats.org/drawingml/2006/main">
              <a:ext uri="{FF2B5EF4-FFF2-40B4-BE49-F238E27FC236}">
                <a16:creationId xmlns:a16="http://schemas.microsoft.com/office/drawing/2014/main" id="{82F14395-5845-4B75-8515-EC825A0E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905" y="620649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71" name="legend-adj-matrix-1-3">
            <a:extLst xmlns:a="http://schemas.openxmlformats.org/drawingml/2006/main">
              <a:ext uri="{FF2B5EF4-FFF2-40B4-BE49-F238E27FC236}">
                <a16:creationId xmlns:a16="http://schemas.microsoft.com/office/drawing/2014/main" id="{9348FDCE-CB36-4866-AF1B-CFBF52FF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195" y="620649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72" name="legend-adj-matrix-1-4">
            <a:extLst xmlns:a="http://schemas.openxmlformats.org/drawingml/2006/main">
              <a:ext uri="{FF2B5EF4-FFF2-40B4-BE49-F238E27FC236}">
                <a16:creationId xmlns:a16="http://schemas.microsoft.com/office/drawing/2014/main" id="{68684EEE-F1C2-4D13-B588-06B4C91C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620649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73" name="legend-adj-matrix-2-0">
            <a:extLst xmlns:a="http://schemas.openxmlformats.org/drawingml/2006/main">
              <a:ext uri="{FF2B5EF4-FFF2-40B4-BE49-F238E27FC236}">
                <a16:creationId xmlns:a16="http://schemas.microsoft.com/office/drawing/2014/main" id="{B4F54695-213B-441F-A4CA-C123DF16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24078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74" name="legend-adj-matrix-2-1">
            <a:extLst xmlns:a="http://schemas.openxmlformats.org/drawingml/2006/main">
              <a:ext uri="{FF2B5EF4-FFF2-40B4-BE49-F238E27FC236}">
                <a16:creationId xmlns:a16="http://schemas.microsoft.com/office/drawing/2014/main" id="{674D305A-7BBC-4270-845B-78DDF49D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15" y="624078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75" name="legend-adj-matrix-2-2">
            <a:extLst xmlns:a="http://schemas.openxmlformats.org/drawingml/2006/main">
              <a:ext uri="{FF2B5EF4-FFF2-40B4-BE49-F238E27FC236}">
                <a16:creationId xmlns:a16="http://schemas.microsoft.com/office/drawing/2014/main" id="{6155E792-8684-417C-8547-EA5C4773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905" y="624078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76" name="legend-adj-matrix-2-3">
            <a:extLst xmlns:a="http://schemas.openxmlformats.org/drawingml/2006/main">
              <a:ext uri="{FF2B5EF4-FFF2-40B4-BE49-F238E27FC236}">
                <a16:creationId xmlns:a16="http://schemas.microsoft.com/office/drawing/2014/main" id="{CB3E20EF-EB31-43E2-9F62-5971A4A2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195" y="624078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77" name="legend-adj-matrix-2-4">
            <a:extLst xmlns:a="http://schemas.openxmlformats.org/drawingml/2006/main">
              <a:ext uri="{FF2B5EF4-FFF2-40B4-BE49-F238E27FC236}">
                <a16:creationId xmlns:a16="http://schemas.microsoft.com/office/drawing/2014/main" id="{027AFB90-732D-4F3D-8977-96900DF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624078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78" name="legend-adj-matrix-3-0">
            <a:extLst xmlns:a="http://schemas.openxmlformats.org/drawingml/2006/main">
              <a:ext uri="{FF2B5EF4-FFF2-40B4-BE49-F238E27FC236}">
                <a16:creationId xmlns:a16="http://schemas.microsoft.com/office/drawing/2014/main" id="{7BF11646-7D9F-4BB9-8A39-5A8A17AC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27507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79" name="legend-adj-matrix-3-1">
            <a:extLst xmlns:a="http://schemas.openxmlformats.org/drawingml/2006/main">
              <a:ext uri="{FF2B5EF4-FFF2-40B4-BE49-F238E27FC236}">
                <a16:creationId xmlns:a16="http://schemas.microsoft.com/office/drawing/2014/main" id="{06D42250-C8B6-4044-B575-44EFC2FA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15" y="627507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80" name="legend-adj-matrix-3-2">
            <a:extLst xmlns:a="http://schemas.openxmlformats.org/drawingml/2006/main">
              <a:ext uri="{FF2B5EF4-FFF2-40B4-BE49-F238E27FC236}">
                <a16:creationId xmlns:a16="http://schemas.microsoft.com/office/drawing/2014/main" id="{02ACBAA2-131C-48A6-A337-2B359075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905" y="627507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81" name="legend-adj-matrix-3-3">
            <a:extLst xmlns:a="http://schemas.openxmlformats.org/drawingml/2006/main">
              <a:ext uri="{FF2B5EF4-FFF2-40B4-BE49-F238E27FC236}">
                <a16:creationId xmlns:a16="http://schemas.microsoft.com/office/drawing/2014/main" id="{E0F42A3D-2FB8-4D76-88CB-0FAC5703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195" y="627507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82" name="legend-adj-matrix-3-4">
            <a:extLst xmlns:a="http://schemas.openxmlformats.org/drawingml/2006/main">
              <a:ext uri="{FF2B5EF4-FFF2-40B4-BE49-F238E27FC236}">
                <a16:creationId xmlns:a16="http://schemas.microsoft.com/office/drawing/2014/main" id="{04E026BB-9F52-4EDB-B4BB-E3013629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627507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83" name="legend-adj-matrix-4-0">
            <a:extLst xmlns:a="http://schemas.openxmlformats.org/drawingml/2006/main">
              <a:ext uri="{FF2B5EF4-FFF2-40B4-BE49-F238E27FC236}">
                <a16:creationId xmlns:a16="http://schemas.microsoft.com/office/drawing/2014/main" id="{A2A74A06-9963-4659-B226-66092CF9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30936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84" name="legend-adj-matrix-4-1">
            <a:extLst xmlns:a="http://schemas.openxmlformats.org/drawingml/2006/main">
              <a:ext uri="{FF2B5EF4-FFF2-40B4-BE49-F238E27FC236}">
                <a16:creationId xmlns:a16="http://schemas.microsoft.com/office/drawing/2014/main" id="{586FEDA4-7001-48A6-9D58-90C15B24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15" y="630936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85" name="legend-adj-matrix-4-2">
            <a:extLst xmlns:a="http://schemas.openxmlformats.org/drawingml/2006/main">
              <a:ext uri="{FF2B5EF4-FFF2-40B4-BE49-F238E27FC236}">
                <a16:creationId xmlns:a16="http://schemas.microsoft.com/office/drawing/2014/main" id="{CDF44A4E-5211-4FA8-9BDA-611B05D8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905" y="630936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86" name="legend-adj-matrix-4-3">
            <a:extLst xmlns:a="http://schemas.openxmlformats.org/drawingml/2006/main">
              <a:ext uri="{FF2B5EF4-FFF2-40B4-BE49-F238E27FC236}">
                <a16:creationId xmlns:a16="http://schemas.microsoft.com/office/drawing/2014/main" id="{96827A1E-5BE0-4CAE-A094-0F4E6017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195" y="630936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87" name="legend-adj-matrix-4-4">
            <a:extLst xmlns:a="http://schemas.openxmlformats.org/drawingml/2006/main">
              <a:ext uri="{FF2B5EF4-FFF2-40B4-BE49-F238E27FC236}">
                <a16:creationId xmlns:a16="http://schemas.microsoft.com/office/drawing/2014/main" id="{73BD2D25-E155-4BAD-9D0C-032872CA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485" y="6309360"/>
            <a:ext cx="15240" cy="15240"/>
          </a:xfrm>
          <a:prstGeom xmlns:a="http://schemas.openxmlformats.org/drawingml/2006/main" prst="rect">
            <a:avLst/>
          </a:prstGeom>
        </p:spPr>
      </p:sp>
      <p:sp>
        <p:nvSpPr>
          <p:cNvPr id="488" name="legend-adj-label">
            <a:extLst xmlns:a="http://schemas.openxmlformats.org/drawingml/2006/main">
              <a:ext uri="{FF2B5EF4-FFF2-40B4-BE49-F238E27FC236}">
                <a16:creationId xmlns:a16="http://schemas.microsoft.com/office/drawing/2014/main" id="{51AFDB88-6008-41DB-BF20-9391597F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191250"/>
            <a:ext cx="647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Adjacency</a:t>
            </a:r>
          </a:p>
        </p:txBody>
      </p:sp>
      <p:sp>
        <p:nvSpPr>
          <p:cNvPr id="489" name="legend-ann-label">
            <a:extLst xmlns:a="http://schemas.openxmlformats.org/drawingml/2006/main">
              <a:ext uri="{FF2B5EF4-FFF2-40B4-BE49-F238E27FC236}">
                <a16:creationId xmlns:a16="http://schemas.microsoft.com/office/drawing/2014/main" id="{71AA8F58-EBFA-4895-AE96-B6A8F315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91250"/>
            <a:ext cx="16668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ANN: Approximate Nearest Neighbor</a:t>
            </a:r>
          </a:p>
        </p:txBody>
      </p:sp>
      <p:sp>
        <p:nvSpPr>
          <p:cNvPr id="490" name="section-fusion-prediction">
            <a:extLst xmlns:a="http://schemas.openxmlformats.org/drawingml/2006/main">
              <a:ext uri="{FF2B5EF4-FFF2-40B4-BE49-F238E27FC236}">
                <a16:creationId xmlns:a16="http://schemas.microsoft.com/office/drawing/2014/main" id="{EB8F2518-95FA-4A02-8DFE-BDD1B290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191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Fusion &amp; Prediction</a:t>
            </a:r>
          </a:p>
        </p:txBody>
      </p:sp>
      <p:sp>
        <p:nvSpPr>
          <p:cNvPr id="491" name="fusion-collab-panel">
            <a:extLst xmlns:a="http://schemas.openxmlformats.org/drawingml/2006/main">
              <a:ext uri="{FF2B5EF4-FFF2-40B4-BE49-F238E27FC236}">
                <a16:creationId xmlns:a16="http://schemas.microsoft.com/office/drawing/2014/main" id="{25A64B40-495A-4A0E-A2BE-072CD68D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14375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ln xmlns:a="http://schemas.openxmlformats.org/drawingml/2006/main" w="11430">
            <a:solidFill>
              <a:srgbClr val="2F6FD6"/>
            </a:solidFill>
            <a:prstDash val="dash"/>
          </a:ln>
        </p:spPr>
      </p:sp>
      <p:sp>
        <p:nvSpPr>
          <p:cNvPr id="492" name="fusion-title">
            <a:extLst xmlns:a="http://schemas.openxmlformats.org/drawingml/2006/main">
              <a:ext uri="{FF2B5EF4-FFF2-40B4-BE49-F238E27FC236}">
                <a16:creationId xmlns:a16="http://schemas.microsoft.com/office/drawing/2014/main" id="{E0AE61F2-489C-4D15-8731-ADEA58C4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F6FD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2F6FD6"/>
                </a:solidFill>
                <a:latin typeface="Georgia"/>
                <a:ea typeface="Georgia"/>
                <a:cs typeface="Georgia"/>
              </a:rPr>
              <a:t>BEiT3–Collab</a:t>
            </a:r>
          </a:p>
          <a:p xmlns:a="http://schemas.openxmlformats.org/drawingml/2006/main">
            <a:pPr algn="ctr">
              <a:defRPr sz="1050" b="1" i="0">
                <a:solidFill>
                  <a:srgbClr val="2F6FD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2F6FD6"/>
                </a:solidFill>
                <a:latin typeface="Georgia"/>
                <a:ea typeface="Georgia"/>
                <a:cs typeface="Georgia"/>
              </a:rPr>
              <a:t>Cross-Gated Fusion</a:t>
            </a:r>
          </a:p>
        </p:txBody>
      </p:sp>
      <p:sp>
        <p:nvSpPr>
          <p:cNvPr id="493" name="fusion-collab-in-label">
            <a:extLst xmlns:a="http://schemas.openxmlformats.org/drawingml/2006/main">
              <a:ext uri="{FF2B5EF4-FFF2-40B4-BE49-F238E27FC236}">
                <a16:creationId xmlns:a16="http://schemas.microsoft.com/office/drawing/2014/main" id="{ED263617-B4F1-454D-A2C9-9429AA00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057275"/>
            <a:ext cx="952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Ēcollab</a:t>
            </a:r>
          </a:p>
        </p:txBody>
      </p:sp>
      <p:sp>
        <p:nvSpPr>
          <p:cNvPr id="494" name="fusion-collab-in-cell-0">
            <a:extLst xmlns:a="http://schemas.openxmlformats.org/drawingml/2006/main">
              <a:ext uri="{FF2B5EF4-FFF2-40B4-BE49-F238E27FC236}">
                <a16:creationId xmlns:a16="http://schemas.microsoft.com/office/drawing/2014/main" id="{59E9CD71-2190-43C9-BD92-354ABBFA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2573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495" name="fusion-collab-in-cell-1">
            <a:extLst xmlns:a="http://schemas.openxmlformats.org/drawingml/2006/main">
              <a:ext uri="{FF2B5EF4-FFF2-40B4-BE49-F238E27FC236}">
                <a16:creationId xmlns:a16="http://schemas.microsoft.com/office/drawing/2014/main" id="{330BDC0B-BED6-44A2-A641-E20E16AF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2573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496" name="fusion-collab-in-cell-2">
            <a:extLst xmlns:a="http://schemas.openxmlformats.org/drawingml/2006/main">
              <a:ext uri="{FF2B5EF4-FFF2-40B4-BE49-F238E27FC236}">
                <a16:creationId xmlns:a16="http://schemas.microsoft.com/office/drawing/2014/main" id="{E48259F9-F7CD-42A9-BFBB-0B1C6DC0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2573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497" name="fusion-collab-in-cell-3">
            <a:extLst xmlns:a="http://schemas.openxmlformats.org/drawingml/2006/main">
              <a:ext uri="{FF2B5EF4-FFF2-40B4-BE49-F238E27FC236}">
                <a16:creationId xmlns:a16="http://schemas.microsoft.com/office/drawing/2014/main" id="{A2CE7C2B-C33A-4336-A485-044878C6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12573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498" name="fusion-collab-in-cell-4">
            <a:extLst xmlns:a="http://schemas.openxmlformats.org/drawingml/2006/main">
              <a:ext uri="{FF2B5EF4-FFF2-40B4-BE49-F238E27FC236}">
                <a16:creationId xmlns:a16="http://schemas.microsoft.com/office/drawing/2014/main" id="{981D8B24-AFC5-43C4-BEE6-7999DA20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2573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499" name="fusion-collab-in-dim-line">
            <a:extLst xmlns:a="http://schemas.openxmlformats.org/drawingml/2006/main">
              <a:ext uri="{FF2B5EF4-FFF2-40B4-BE49-F238E27FC236}">
                <a16:creationId xmlns:a16="http://schemas.microsoft.com/office/drawing/2014/main" id="{59A8C86D-D746-4C80-B32E-FDF6033C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1476375"/>
            <a:ext cx="447675" cy="9525"/>
          </a:xfrm>
          <a:prstGeom xmlns:a="http://schemas.openxmlformats.org/drawingml/2006/main" prst="line">
            <a:avLst/>
          </a:prstGeom>
          <a:ln xmlns:a="http://schemas.openxmlformats.org/drawingml/2006/main" w="6668">
            <a:solidFill>
              <a:srgbClr val="777777"/>
            </a:solidFill>
          </a:ln>
        </p:spPr>
      </p:sp>
      <p:sp>
        <p:nvSpPr>
          <p:cNvPr id="500" name="fusion-collab-in-dim">
            <a:extLst xmlns:a="http://schemas.openxmlformats.org/drawingml/2006/main">
              <a:ext uri="{FF2B5EF4-FFF2-40B4-BE49-F238E27FC236}">
                <a16:creationId xmlns:a16="http://schemas.microsoft.com/office/drawing/2014/main" id="{5601497E-7A5C-461F-9918-58076CF8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485900"/>
            <a:ext cx="171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01" name="fusion-beit3-in-label">
            <a:extLst xmlns:a="http://schemas.openxmlformats.org/drawingml/2006/main">
              <a:ext uri="{FF2B5EF4-FFF2-40B4-BE49-F238E27FC236}">
                <a16:creationId xmlns:a16="http://schemas.microsoft.com/office/drawing/2014/main" id="{591405BF-29AC-484F-8014-55BB7703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428750"/>
            <a:ext cx="952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Ēbeit3</a:t>
            </a:r>
          </a:p>
        </p:txBody>
      </p:sp>
      <p:sp>
        <p:nvSpPr>
          <p:cNvPr id="502" name="fusion-beit3-in-cell-0">
            <a:extLst xmlns:a="http://schemas.openxmlformats.org/drawingml/2006/main">
              <a:ext uri="{FF2B5EF4-FFF2-40B4-BE49-F238E27FC236}">
                <a16:creationId xmlns:a16="http://schemas.microsoft.com/office/drawing/2014/main" id="{D4872035-9E18-45F1-9696-5F3DACF1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287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EE2FF"/>
            </a:solidFill>
          </a:ln>
        </p:spPr>
      </p:sp>
      <p:sp>
        <p:nvSpPr>
          <p:cNvPr id="503" name="fusion-beit3-in-cell-1">
            <a:extLst xmlns:a="http://schemas.openxmlformats.org/drawingml/2006/main">
              <a:ext uri="{FF2B5EF4-FFF2-40B4-BE49-F238E27FC236}">
                <a16:creationId xmlns:a16="http://schemas.microsoft.com/office/drawing/2014/main" id="{A59697FA-124F-4C81-B4C4-658C56F8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6287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EE2FF"/>
            </a:solidFill>
          </a:ln>
        </p:spPr>
      </p:sp>
      <p:sp>
        <p:nvSpPr>
          <p:cNvPr id="504" name="fusion-beit3-in-cell-2">
            <a:extLst xmlns:a="http://schemas.openxmlformats.org/drawingml/2006/main">
              <a:ext uri="{FF2B5EF4-FFF2-40B4-BE49-F238E27FC236}">
                <a16:creationId xmlns:a16="http://schemas.microsoft.com/office/drawing/2014/main" id="{5AE3E7FB-201A-480E-BAE2-97973E84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6287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EE2FF"/>
            </a:solidFill>
          </a:ln>
        </p:spPr>
      </p:sp>
      <p:sp>
        <p:nvSpPr>
          <p:cNvPr id="505" name="fusion-beit3-in-cell-3">
            <a:extLst xmlns:a="http://schemas.openxmlformats.org/drawingml/2006/main">
              <a:ext uri="{FF2B5EF4-FFF2-40B4-BE49-F238E27FC236}">
                <a16:creationId xmlns:a16="http://schemas.microsoft.com/office/drawing/2014/main" id="{72429B9F-17E5-4DA6-83B4-50E39127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16287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EE2FF"/>
            </a:solidFill>
          </a:ln>
        </p:spPr>
      </p:sp>
      <p:sp>
        <p:nvSpPr>
          <p:cNvPr id="506" name="fusion-beit3-in-cell-4">
            <a:extLst xmlns:a="http://schemas.openxmlformats.org/drawingml/2006/main">
              <a:ext uri="{FF2B5EF4-FFF2-40B4-BE49-F238E27FC236}">
                <a16:creationId xmlns:a16="http://schemas.microsoft.com/office/drawing/2014/main" id="{401BF3AF-566D-497A-B144-BE1556A5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6287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EE2FF"/>
            </a:solidFill>
          </a:ln>
        </p:spPr>
      </p:sp>
      <p:sp>
        <p:nvSpPr>
          <p:cNvPr id="507" name="fusion-beit3-in-dim-line">
            <a:extLst xmlns:a="http://schemas.openxmlformats.org/drawingml/2006/main">
              <a:ext uri="{FF2B5EF4-FFF2-40B4-BE49-F238E27FC236}">
                <a16:creationId xmlns:a16="http://schemas.microsoft.com/office/drawing/2014/main" id="{8AB7AF23-0B4D-40DC-BE3C-6FB75054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1847850"/>
            <a:ext cx="447675" cy="9525"/>
          </a:xfrm>
          <a:prstGeom xmlns:a="http://schemas.openxmlformats.org/drawingml/2006/main" prst="line">
            <a:avLst/>
          </a:prstGeom>
          <a:ln xmlns:a="http://schemas.openxmlformats.org/drawingml/2006/main" w="6668">
            <a:solidFill>
              <a:srgbClr val="777777"/>
            </a:solidFill>
          </a:ln>
        </p:spPr>
      </p:sp>
      <p:sp>
        <p:nvSpPr>
          <p:cNvPr id="508" name="fusion-beit3-in-dim">
            <a:extLst xmlns:a="http://schemas.openxmlformats.org/drawingml/2006/main">
              <a:ext uri="{FF2B5EF4-FFF2-40B4-BE49-F238E27FC236}">
                <a16:creationId xmlns:a16="http://schemas.microsoft.com/office/drawing/2014/main" id="{4402114B-3D7D-4E14-B7A5-28787032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57375"/>
            <a:ext cx="171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09" name="gamma-gate">
            <a:extLst xmlns:a="http://schemas.openxmlformats.org/drawingml/2006/main">
              <a:ext uri="{FF2B5EF4-FFF2-40B4-BE49-F238E27FC236}">
                <a16:creationId xmlns:a16="http://schemas.microsoft.com/office/drawing/2014/main" id="{31990F1F-3BFC-45E9-AF3C-16702854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219200"/>
            <a:ext cx="361950" cy="571500"/>
          </a:xfrm>
          <a:prstGeom xmlns:a="http://schemas.openxmlformats.org/drawingml/2006/main" prst="parallelogram">
            <a:avLst/>
          </a:prstGeom>
          <a:ln xmlns:a="http://schemas.openxmlformats.org/drawingml/2006/main" w="9525">
            <a:solidFill>
              <a:srgbClr val="222222"/>
            </a:solidFill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γ</a:t>
            </a:r>
          </a:p>
        </p:txBody>
      </p:sp>
      <p:sp>
        <p:nvSpPr>
          <p:cNvPr id="510" name="fusion-plus">
            <a:extLst xmlns:a="http://schemas.openxmlformats.org/drawingml/2006/main">
              <a:ext uri="{FF2B5EF4-FFF2-40B4-BE49-F238E27FC236}">
                <a16:creationId xmlns:a16="http://schemas.microsoft.com/office/drawing/2014/main" id="{72605ECD-DAD8-45AC-8D10-ED70CD97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1400175"/>
            <a:ext cx="247650" cy="2476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22222"/>
            </a:solidFill>
          </a:ln>
        </p:spPr>
      </p:sp>
      <p:sp>
        <p:nvSpPr>
          <p:cNvPr id="511" name="fusion-plus-label">
            <a:extLst xmlns:a="http://schemas.openxmlformats.org/drawingml/2006/main">
              <a:ext uri="{FF2B5EF4-FFF2-40B4-BE49-F238E27FC236}">
                <a16:creationId xmlns:a16="http://schemas.microsoft.com/office/drawing/2014/main" id="{9D61DE80-1048-4544-A011-B45568BE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1438275"/>
            <a:ext cx="171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512" name="fusion-enhanced-label">
            <a:extLst xmlns:a="http://schemas.openxmlformats.org/drawingml/2006/main">
              <a:ext uri="{FF2B5EF4-FFF2-40B4-BE49-F238E27FC236}">
                <a16:creationId xmlns:a16="http://schemas.microsoft.com/office/drawing/2014/main" id="{89508B5A-259E-4030-B889-C1BB0EBA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1238250"/>
            <a:ext cx="952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Ebeit3-enhanced</a:t>
            </a:r>
          </a:p>
        </p:txBody>
      </p:sp>
      <p:sp>
        <p:nvSpPr>
          <p:cNvPr id="513" name="fusion-enhanced-cell-0">
            <a:extLst xmlns:a="http://schemas.openxmlformats.org/drawingml/2006/main">
              <a:ext uri="{FF2B5EF4-FFF2-40B4-BE49-F238E27FC236}">
                <a16:creationId xmlns:a16="http://schemas.microsoft.com/office/drawing/2014/main" id="{D72D0A99-FD5A-4065-8B56-1A85CFD4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4382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EE2FF"/>
            </a:solidFill>
          </a:ln>
        </p:spPr>
      </p:sp>
      <p:sp>
        <p:nvSpPr>
          <p:cNvPr id="514" name="fusion-enhanced-cell-1">
            <a:extLst xmlns:a="http://schemas.openxmlformats.org/drawingml/2006/main">
              <a:ext uri="{FF2B5EF4-FFF2-40B4-BE49-F238E27FC236}">
                <a16:creationId xmlns:a16="http://schemas.microsoft.com/office/drawing/2014/main" id="{27A2E7DE-C579-4BA4-949E-880A9A4B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14382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EE2FF"/>
            </a:solidFill>
          </a:ln>
        </p:spPr>
      </p:sp>
      <p:sp>
        <p:nvSpPr>
          <p:cNvPr id="515" name="fusion-enhanced-cell-2">
            <a:extLst xmlns:a="http://schemas.openxmlformats.org/drawingml/2006/main">
              <a:ext uri="{FF2B5EF4-FFF2-40B4-BE49-F238E27FC236}">
                <a16:creationId xmlns:a16="http://schemas.microsoft.com/office/drawing/2014/main" id="{82502DFE-4BF8-4B2F-B0E2-98A38267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14382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EE2FF"/>
            </a:solidFill>
          </a:ln>
        </p:spPr>
      </p:sp>
      <p:sp>
        <p:nvSpPr>
          <p:cNvPr id="516" name="fusion-enhanced-cell-3">
            <a:extLst xmlns:a="http://schemas.openxmlformats.org/drawingml/2006/main">
              <a:ext uri="{FF2B5EF4-FFF2-40B4-BE49-F238E27FC236}">
                <a16:creationId xmlns:a16="http://schemas.microsoft.com/office/drawing/2014/main" id="{05580AA3-BEEA-4112-A5AD-0BCAAC75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14382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EE2FF"/>
            </a:solidFill>
          </a:ln>
        </p:spPr>
      </p:sp>
      <p:sp>
        <p:nvSpPr>
          <p:cNvPr id="517" name="fusion-enhanced-cell-4">
            <a:extLst xmlns:a="http://schemas.openxmlformats.org/drawingml/2006/main">
              <a:ext uri="{FF2B5EF4-FFF2-40B4-BE49-F238E27FC236}">
                <a16:creationId xmlns:a16="http://schemas.microsoft.com/office/drawing/2014/main" id="{83583B1F-7FFB-4252-AB99-E51BAAAC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4382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EE2FF"/>
            </a:solidFill>
          </a:ln>
        </p:spPr>
      </p:sp>
      <p:sp>
        <p:nvSpPr>
          <p:cNvPr id="518" name="fusion-enhanced-dim-line">
            <a:extLst xmlns:a="http://schemas.openxmlformats.org/drawingml/2006/main">
              <a:ext uri="{FF2B5EF4-FFF2-40B4-BE49-F238E27FC236}">
                <a16:creationId xmlns:a16="http://schemas.microsoft.com/office/drawing/2014/main" id="{B148517C-9BC6-4024-BA1F-649590A0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1657350"/>
            <a:ext cx="447675" cy="9525"/>
          </a:xfrm>
          <a:prstGeom xmlns:a="http://schemas.openxmlformats.org/drawingml/2006/main" prst="line">
            <a:avLst/>
          </a:prstGeom>
          <a:ln xmlns:a="http://schemas.openxmlformats.org/drawingml/2006/main" w="6668">
            <a:solidFill>
              <a:srgbClr val="777777"/>
            </a:solidFill>
          </a:ln>
        </p:spPr>
      </p:sp>
      <p:sp>
        <p:nvSpPr>
          <p:cNvPr id="519" name="fusion-enhanced-dim">
            <a:extLst xmlns:a="http://schemas.openxmlformats.org/drawingml/2006/main">
              <a:ext uri="{FF2B5EF4-FFF2-40B4-BE49-F238E27FC236}">
                <a16:creationId xmlns:a16="http://schemas.microsoft.com/office/drawing/2014/main" id="{F3FA8D8F-8454-4D2A-83AD-D62240FF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1666875"/>
            <a:ext cx="171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20" name="redundancy-panel">
            <a:extLst xmlns:a="http://schemas.openxmlformats.org/drawingml/2006/main">
              <a:ext uri="{FF2B5EF4-FFF2-40B4-BE49-F238E27FC236}">
                <a16:creationId xmlns:a16="http://schemas.microsoft.com/office/drawing/2014/main" id="{0D4C96A2-C929-4098-9059-ED3F63A5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266950"/>
            <a:ext cx="2571750" cy="1562100"/>
          </a:xfrm>
          <a:prstGeom xmlns:a="http://schemas.openxmlformats.org/drawingml/2006/main" prst="roundRect">
            <a:avLst>
              <a:gd name="adj" fmla="val 4878"/>
            </a:avLst>
          </a:prstGeom>
          <a:ln xmlns:a="http://schemas.openxmlformats.org/drawingml/2006/main" w="11430">
            <a:solidFill>
              <a:srgbClr val="3D9148"/>
            </a:solidFill>
            <a:prstDash val="dash"/>
          </a:ln>
        </p:spPr>
      </p:sp>
      <p:sp>
        <p:nvSpPr>
          <p:cNvPr id="521" name="redundancy-title">
            <a:extLst xmlns:a="http://schemas.openxmlformats.org/drawingml/2006/main">
              <a:ext uri="{FF2B5EF4-FFF2-40B4-BE49-F238E27FC236}">
                <a16:creationId xmlns:a16="http://schemas.microsoft.com/office/drawing/2014/main" id="{93B3C63D-FBCE-44DE-9CC5-C04FE7D2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352675"/>
            <a:ext cx="1638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D9148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3D9148"/>
                </a:solidFill>
                <a:latin typeface="Georgia"/>
                <a:ea typeface="Georgia"/>
                <a:cs typeface="Georgia"/>
              </a:rPr>
              <a:t>Redundancy Elimination</a:t>
            </a:r>
          </a:p>
          <a:p xmlns:a="http://schemas.openxmlformats.org/drawingml/2006/main">
            <a:pPr algn="ctr">
              <a:defRPr sz="1050" b="1" i="0">
                <a:solidFill>
                  <a:srgbClr val="3D9148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3D9148"/>
                </a:solidFill>
                <a:latin typeface="Georgia"/>
                <a:ea typeface="Georgia"/>
                <a:cs typeface="Georgia"/>
              </a:rPr>
              <a:t>(Attentive Integration)</a:t>
            </a:r>
          </a:p>
        </p:txBody>
      </p:sp>
      <p:sp>
        <p:nvSpPr>
          <p:cNvPr id="522" name="red-image-label">
            <a:extLst xmlns:a="http://schemas.openxmlformats.org/drawingml/2006/main">
              <a:ext uri="{FF2B5EF4-FFF2-40B4-BE49-F238E27FC236}">
                <a16:creationId xmlns:a16="http://schemas.microsoft.com/office/drawing/2014/main" id="{40A7DA0E-18EB-4BCF-BF47-66D5FA94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590800"/>
            <a:ext cx="952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Ēimage</a:t>
            </a:r>
          </a:p>
        </p:txBody>
      </p:sp>
      <p:sp>
        <p:nvSpPr>
          <p:cNvPr id="523" name="red-image-cell-0">
            <a:extLst xmlns:a="http://schemas.openxmlformats.org/drawingml/2006/main">
              <a:ext uri="{FF2B5EF4-FFF2-40B4-BE49-F238E27FC236}">
                <a16:creationId xmlns:a16="http://schemas.microsoft.com/office/drawing/2014/main" id="{26A171C0-53B2-4D67-9820-D875CBB0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79082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FFEAD6"/>
            </a:solidFill>
          </a:ln>
        </p:spPr>
      </p:sp>
      <p:sp>
        <p:nvSpPr>
          <p:cNvPr id="524" name="red-image-cell-1">
            <a:extLst xmlns:a="http://schemas.openxmlformats.org/drawingml/2006/main">
              <a:ext uri="{FF2B5EF4-FFF2-40B4-BE49-F238E27FC236}">
                <a16:creationId xmlns:a16="http://schemas.microsoft.com/office/drawing/2014/main" id="{DE6EEAAF-F80F-4931-8E91-08324772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79082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FFEAD6"/>
            </a:solidFill>
          </a:ln>
        </p:spPr>
      </p:sp>
      <p:sp>
        <p:nvSpPr>
          <p:cNvPr id="525" name="red-image-cell-2">
            <a:extLst xmlns:a="http://schemas.openxmlformats.org/drawingml/2006/main">
              <a:ext uri="{FF2B5EF4-FFF2-40B4-BE49-F238E27FC236}">
                <a16:creationId xmlns:a16="http://schemas.microsoft.com/office/drawing/2014/main" id="{1AED37B7-605A-4B6A-A47F-E84B7675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79082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FFEAD6"/>
            </a:solidFill>
          </a:ln>
        </p:spPr>
      </p:sp>
      <p:sp>
        <p:nvSpPr>
          <p:cNvPr id="526" name="red-image-cell-3">
            <a:extLst xmlns:a="http://schemas.openxmlformats.org/drawingml/2006/main">
              <a:ext uri="{FF2B5EF4-FFF2-40B4-BE49-F238E27FC236}">
                <a16:creationId xmlns:a16="http://schemas.microsoft.com/office/drawing/2014/main" id="{39A0AE3E-7270-4960-9CC5-5E134389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79082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FFEAD6"/>
            </a:solidFill>
          </a:ln>
        </p:spPr>
      </p:sp>
      <p:sp>
        <p:nvSpPr>
          <p:cNvPr id="527" name="red-image-cell-4">
            <a:extLst xmlns:a="http://schemas.openxmlformats.org/drawingml/2006/main">
              <a:ext uri="{FF2B5EF4-FFF2-40B4-BE49-F238E27FC236}">
                <a16:creationId xmlns:a16="http://schemas.microsoft.com/office/drawing/2014/main" id="{4AAACE70-9BBE-4D6C-A5B6-4904BAF7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79082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FFEAD6"/>
            </a:solidFill>
          </a:ln>
        </p:spPr>
      </p:sp>
      <p:sp>
        <p:nvSpPr>
          <p:cNvPr id="528" name="red-image-dim-line">
            <a:extLst xmlns:a="http://schemas.openxmlformats.org/drawingml/2006/main">
              <a:ext uri="{FF2B5EF4-FFF2-40B4-BE49-F238E27FC236}">
                <a16:creationId xmlns:a16="http://schemas.microsoft.com/office/drawing/2014/main" id="{0DCF2070-3186-42DB-B1F0-98DCB320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09900"/>
            <a:ext cx="447675" cy="9525"/>
          </a:xfrm>
          <a:prstGeom xmlns:a="http://schemas.openxmlformats.org/drawingml/2006/main" prst="line">
            <a:avLst/>
          </a:prstGeom>
          <a:ln xmlns:a="http://schemas.openxmlformats.org/drawingml/2006/main" w="6668">
            <a:solidFill>
              <a:srgbClr val="777777"/>
            </a:solidFill>
          </a:ln>
        </p:spPr>
      </p:sp>
      <p:sp>
        <p:nvSpPr>
          <p:cNvPr id="529" name="red-image-dim">
            <a:extLst xmlns:a="http://schemas.openxmlformats.org/drawingml/2006/main">
              <a:ext uri="{FF2B5EF4-FFF2-40B4-BE49-F238E27FC236}">
                <a16:creationId xmlns:a16="http://schemas.microsoft.com/office/drawing/2014/main" id="{FB11ADE9-AE33-4865-ACD3-5DDE657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019425"/>
            <a:ext cx="171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30" name="red-text-label">
            <a:extLst xmlns:a="http://schemas.openxmlformats.org/drawingml/2006/main">
              <a:ext uri="{FF2B5EF4-FFF2-40B4-BE49-F238E27FC236}">
                <a16:creationId xmlns:a16="http://schemas.microsoft.com/office/drawing/2014/main" id="{548A83F6-3E9E-426A-AAAC-E4883087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943225"/>
            <a:ext cx="952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Ētext</a:t>
            </a:r>
          </a:p>
        </p:txBody>
      </p:sp>
      <p:sp>
        <p:nvSpPr>
          <p:cNvPr id="531" name="red-text-cell-0">
            <a:extLst xmlns:a="http://schemas.openxmlformats.org/drawingml/2006/main">
              <a:ext uri="{FF2B5EF4-FFF2-40B4-BE49-F238E27FC236}">
                <a16:creationId xmlns:a16="http://schemas.microsoft.com/office/drawing/2014/main" id="{5731BF0B-A873-4C87-B2F1-0AA983F4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14325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32" name="red-text-cell-1">
            <a:extLst xmlns:a="http://schemas.openxmlformats.org/drawingml/2006/main">
              <a:ext uri="{FF2B5EF4-FFF2-40B4-BE49-F238E27FC236}">
                <a16:creationId xmlns:a16="http://schemas.microsoft.com/office/drawing/2014/main" id="{DF9CF38B-2E48-48C1-B288-35EFE9DE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4325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33" name="red-text-cell-2">
            <a:extLst xmlns:a="http://schemas.openxmlformats.org/drawingml/2006/main">
              <a:ext uri="{FF2B5EF4-FFF2-40B4-BE49-F238E27FC236}">
                <a16:creationId xmlns:a16="http://schemas.microsoft.com/office/drawing/2014/main" id="{DD317B31-002C-4CE1-A6CF-50A7041F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14325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34" name="red-text-cell-3">
            <a:extLst xmlns:a="http://schemas.openxmlformats.org/drawingml/2006/main">
              <a:ext uri="{FF2B5EF4-FFF2-40B4-BE49-F238E27FC236}">
                <a16:creationId xmlns:a16="http://schemas.microsoft.com/office/drawing/2014/main" id="{6313E5D5-5272-4662-9F49-F5AA7678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14325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35" name="red-text-cell-4">
            <a:extLst xmlns:a="http://schemas.openxmlformats.org/drawingml/2006/main">
              <a:ext uri="{FF2B5EF4-FFF2-40B4-BE49-F238E27FC236}">
                <a16:creationId xmlns:a16="http://schemas.microsoft.com/office/drawing/2014/main" id="{31E3CC77-A77E-4897-9D9C-8B4C4724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14325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36" name="red-text-dim-line">
            <a:extLst xmlns:a="http://schemas.openxmlformats.org/drawingml/2006/main">
              <a:ext uri="{FF2B5EF4-FFF2-40B4-BE49-F238E27FC236}">
                <a16:creationId xmlns:a16="http://schemas.microsoft.com/office/drawing/2014/main" id="{DBFA578D-9773-44BF-BC6E-117810A5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362325"/>
            <a:ext cx="447675" cy="9525"/>
          </a:xfrm>
          <a:prstGeom xmlns:a="http://schemas.openxmlformats.org/drawingml/2006/main" prst="line">
            <a:avLst/>
          </a:prstGeom>
          <a:ln xmlns:a="http://schemas.openxmlformats.org/drawingml/2006/main" w="6668">
            <a:solidFill>
              <a:srgbClr val="777777"/>
            </a:solidFill>
          </a:ln>
        </p:spPr>
      </p:sp>
      <p:sp>
        <p:nvSpPr>
          <p:cNvPr id="537" name="red-text-dim">
            <a:extLst xmlns:a="http://schemas.openxmlformats.org/drawingml/2006/main">
              <a:ext uri="{FF2B5EF4-FFF2-40B4-BE49-F238E27FC236}">
                <a16:creationId xmlns:a16="http://schemas.microsoft.com/office/drawing/2014/main" id="{4A914E97-5716-4EFA-8966-F62236DF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371850"/>
            <a:ext cx="171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38" name="red-struct-label">
            <a:extLst xmlns:a="http://schemas.openxmlformats.org/drawingml/2006/main">
              <a:ext uri="{FF2B5EF4-FFF2-40B4-BE49-F238E27FC236}">
                <a16:creationId xmlns:a16="http://schemas.microsoft.com/office/drawing/2014/main" id="{55CD58EE-5B1F-4294-813F-D18EB833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295650"/>
            <a:ext cx="952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Ēstruct</a:t>
            </a:r>
          </a:p>
        </p:txBody>
      </p:sp>
      <p:sp>
        <p:nvSpPr>
          <p:cNvPr id="539" name="red-struct-cell-0">
            <a:extLst xmlns:a="http://schemas.openxmlformats.org/drawingml/2006/main">
              <a:ext uri="{FF2B5EF4-FFF2-40B4-BE49-F238E27FC236}">
                <a16:creationId xmlns:a16="http://schemas.microsoft.com/office/drawing/2014/main" id="{DACCD6F8-EE10-48C1-A36D-99BDB2CA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4956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2F3E5"/>
            </a:solidFill>
          </a:ln>
        </p:spPr>
      </p:sp>
      <p:sp>
        <p:nvSpPr>
          <p:cNvPr id="540" name="red-struct-cell-1">
            <a:extLst xmlns:a="http://schemas.openxmlformats.org/drawingml/2006/main">
              <a:ext uri="{FF2B5EF4-FFF2-40B4-BE49-F238E27FC236}">
                <a16:creationId xmlns:a16="http://schemas.microsoft.com/office/drawing/2014/main" id="{FD4E8913-067A-431A-B303-7A3432F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956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2F3E5"/>
            </a:solidFill>
          </a:ln>
        </p:spPr>
      </p:sp>
      <p:sp>
        <p:nvSpPr>
          <p:cNvPr id="541" name="red-struct-cell-2">
            <a:extLst xmlns:a="http://schemas.openxmlformats.org/drawingml/2006/main">
              <a:ext uri="{FF2B5EF4-FFF2-40B4-BE49-F238E27FC236}">
                <a16:creationId xmlns:a16="http://schemas.microsoft.com/office/drawing/2014/main" id="{A007224C-BEC2-4C22-B56B-17FF98B6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4956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2F3E5"/>
            </a:solidFill>
          </a:ln>
        </p:spPr>
      </p:sp>
      <p:sp>
        <p:nvSpPr>
          <p:cNvPr id="542" name="red-struct-cell-3">
            <a:extLst xmlns:a="http://schemas.openxmlformats.org/drawingml/2006/main">
              <a:ext uri="{FF2B5EF4-FFF2-40B4-BE49-F238E27FC236}">
                <a16:creationId xmlns:a16="http://schemas.microsoft.com/office/drawing/2014/main" id="{D9595BE4-536F-425E-9989-D736A56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956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2F3E5"/>
            </a:solidFill>
          </a:ln>
        </p:spPr>
      </p:sp>
      <p:sp>
        <p:nvSpPr>
          <p:cNvPr id="543" name="red-struct-cell-4">
            <a:extLst xmlns:a="http://schemas.openxmlformats.org/drawingml/2006/main">
              <a:ext uri="{FF2B5EF4-FFF2-40B4-BE49-F238E27FC236}">
                <a16:creationId xmlns:a16="http://schemas.microsoft.com/office/drawing/2014/main" id="{023DDDBF-CD1F-4901-B679-0148CFB4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495675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2F3E5"/>
            </a:solidFill>
          </a:ln>
        </p:spPr>
      </p:sp>
      <p:sp>
        <p:nvSpPr>
          <p:cNvPr id="544" name="red-struct-dim-line">
            <a:extLst xmlns:a="http://schemas.openxmlformats.org/drawingml/2006/main">
              <a:ext uri="{FF2B5EF4-FFF2-40B4-BE49-F238E27FC236}">
                <a16:creationId xmlns:a16="http://schemas.microsoft.com/office/drawing/2014/main" id="{C05880BA-2F76-4E0F-AE6D-49B4D1AC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714750"/>
            <a:ext cx="447675" cy="9525"/>
          </a:xfrm>
          <a:prstGeom xmlns:a="http://schemas.openxmlformats.org/drawingml/2006/main" prst="line">
            <a:avLst/>
          </a:prstGeom>
          <a:ln xmlns:a="http://schemas.openxmlformats.org/drawingml/2006/main" w="6668">
            <a:solidFill>
              <a:srgbClr val="777777"/>
            </a:solidFill>
          </a:ln>
        </p:spPr>
      </p:sp>
      <p:sp>
        <p:nvSpPr>
          <p:cNvPr id="545" name="red-struct-dim">
            <a:extLst xmlns:a="http://schemas.openxmlformats.org/drawingml/2006/main">
              <a:ext uri="{FF2B5EF4-FFF2-40B4-BE49-F238E27FC236}">
                <a16:creationId xmlns:a16="http://schemas.microsoft.com/office/drawing/2014/main" id="{AFECD1DE-30C5-4A00-8EFA-9FDC8F6B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724275"/>
            <a:ext cx="171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46" name="gated-attention">
            <a:extLst xmlns:a="http://schemas.openxmlformats.org/drawingml/2006/main">
              <a:ext uri="{FF2B5EF4-FFF2-40B4-BE49-F238E27FC236}">
                <a16:creationId xmlns:a16="http://schemas.microsoft.com/office/drawing/2014/main" id="{2CF72F02-BF46-4ADC-A459-C286FE1D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971800"/>
            <a:ext cx="628650" cy="609600"/>
          </a:xfrm>
          <a:prstGeom xmlns:a="http://schemas.openxmlformats.org/drawingml/2006/main" prst="roundRect">
            <a:avLst>
              <a:gd name="adj" fmla="val 12500"/>
            </a:avLst>
          </a:prstGeom>
          <a:ln xmlns:a="http://schemas.openxmlformats.org/drawingml/2006/main" w="9525">
            <a:solidFill>
              <a:srgbClr val="222222"/>
            </a:solidFill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Gated</a:t>
            </a:r>
          </a:p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8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Attention</a:t>
            </a:r>
          </a:p>
        </p:txBody>
      </p:sp>
      <p:sp>
        <p:nvSpPr>
          <p:cNvPr id="547" name="product-node">
            <a:extLst xmlns:a="http://schemas.openxmlformats.org/drawingml/2006/main">
              <a:ext uri="{FF2B5EF4-FFF2-40B4-BE49-F238E27FC236}">
                <a16:creationId xmlns:a16="http://schemas.microsoft.com/office/drawing/2014/main" id="{9C05FFEB-836B-4BFD-B3BA-19739CC1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248025"/>
            <a:ext cx="209550" cy="2095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22222"/>
            </a:solidFill>
          </a:ln>
        </p:spPr>
      </p:sp>
      <p:sp>
        <p:nvSpPr>
          <p:cNvPr id="548" name="product-label">
            <a:extLst xmlns:a="http://schemas.openxmlformats.org/drawingml/2006/main">
              <a:ext uri="{FF2B5EF4-FFF2-40B4-BE49-F238E27FC236}">
                <a16:creationId xmlns:a16="http://schemas.microsoft.com/office/drawing/2014/main" id="{A8AC5292-054D-445C-8B8A-2ECFCCD6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27660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549" name="minus-node">
            <a:extLst xmlns:a="http://schemas.openxmlformats.org/drawingml/2006/main">
              <a:ext uri="{FF2B5EF4-FFF2-40B4-BE49-F238E27FC236}">
                <a16:creationId xmlns:a16="http://schemas.microsoft.com/office/drawing/2014/main" id="{023D4693-87EF-4D4D-BDC5-9C5242B0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571875"/>
            <a:ext cx="209550" cy="2095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22222"/>
            </a:solidFill>
          </a:ln>
        </p:spPr>
      </p:sp>
      <p:sp>
        <p:nvSpPr>
          <p:cNvPr id="550" name="minus-label">
            <a:extLst xmlns:a="http://schemas.openxmlformats.org/drawingml/2006/main">
              <a:ext uri="{FF2B5EF4-FFF2-40B4-BE49-F238E27FC236}">
                <a16:creationId xmlns:a16="http://schemas.microsoft.com/office/drawing/2014/main" id="{4D83FAC5-0AB3-46D6-83F6-AE18EBD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59092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551" name="red-output-label">
            <a:extLst xmlns:a="http://schemas.openxmlformats.org/drawingml/2006/main">
              <a:ext uri="{FF2B5EF4-FFF2-40B4-BE49-F238E27FC236}">
                <a16:creationId xmlns:a16="http://schemas.microsoft.com/office/drawing/2014/main" id="{DADCE1FA-EB77-44E7-826B-537D206B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057525"/>
            <a:ext cx="952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Ede-redundant</a:t>
            </a:r>
          </a:p>
        </p:txBody>
      </p:sp>
      <p:sp>
        <p:nvSpPr>
          <p:cNvPr id="552" name="red-output-cell-0">
            <a:extLst xmlns:a="http://schemas.openxmlformats.org/drawingml/2006/main">
              <a:ext uri="{FF2B5EF4-FFF2-40B4-BE49-F238E27FC236}">
                <a16:creationId xmlns:a16="http://schemas.microsoft.com/office/drawing/2014/main" id="{0E3AA253-BB59-492C-A5BB-279B465A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25755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2F3E5"/>
            </a:solidFill>
          </a:ln>
        </p:spPr>
      </p:sp>
      <p:sp>
        <p:nvSpPr>
          <p:cNvPr id="553" name="red-output-cell-1">
            <a:extLst xmlns:a="http://schemas.openxmlformats.org/drawingml/2006/main">
              <a:ext uri="{FF2B5EF4-FFF2-40B4-BE49-F238E27FC236}">
                <a16:creationId xmlns:a16="http://schemas.microsoft.com/office/drawing/2014/main" id="{71095EFC-FD94-4718-AD9C-CEAF82E3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325755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2F3E5"/>
            </a:solidFill>
          </a:ln>
        </p:spPr>
      </p:sp>
      <p:sp>
        <p:nvSpPr>
          <p:cNvPr id="554" name="red-output-cell-2">
            <a:extLst xmlns:a="http://schemas.openxmlformats.org/drawingml/2006/main">
              <a:ext uri="{FF2B5EF4-FFF2-40B4-BE49-F238E27FC236}">
                <a16:creationId xmlns:a16="http://schemas.microsoft.com/office/drawing/2014/main" id="{7F35E5DC-CCEA-4AE8-8B2E-4061C3B1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325755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2F3E5"/>
            </a:solidFill>
          </a:ln>
        </p:spPr>
      </p:sp>
      <p:sp>
        <p:nvSpPr>
          <p:cNvPr id="555" name="red-output-cell-3">
            <a:extLst xmlns:a="http://schemas.openxmlformats.org/drawingml/2006/main">
              <a:ext uri="{FF2B5EF4-FFF2-40B4-BE49-F238E27FC236}">
                <a16:creationId xmlns:a16="http://schemas.microsoft.com/office/drawing/2014/main" id="{6C619946-DBB9-4CFA-A1C3-A5D150A4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325755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2F3E5"/>
            </a:solidFill>
          </a:ln>
        </p:spPr>
      </p:sp>
      <p:sp>
        <p:nvSpPr>
          <p:cNvPr id="556" name="red-output-cell-4">
            <a:extLst xmlns:a="http://schemas.openxmlformats.org/drawingml/2006/main">
              <a:ext uri="{FF2B5EF4-FFF2-40B4-BE49-F238E27FC236}">
                <a16:creationId xmlns:a16="http://schemas.microsoft.com/office/drawing/2014/main" id="{49651581-9603-4E2A-A3F3-8205C344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25755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E2F3E5"/>
            </a:solidFill>
          </a:ln>
        </p:spPr>
      </p:sp>
      <p:sp>
        <p:nvSpPr>
          <p:cNvPr id="557" name="red-output-dim-line">
            <a:extLst xmlns:a="http://schemas.openxmlformats.org/drawingml/2006/main">
              <a:ext uri="{FF2B5EF4-FFF2-40B4-BE49-F238E27FC236}">
                <a16:creationId xmlns:a16="http://schemas.microsoft.com/office/drawing/2014/main" id="{2B8A6CE6-510C-4106-AD94-D339A870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3476625"/>
            <a:ext cx="447675" cy="9525"/>
          </a:xfrm>
          <a:prstGeom xmlns:a="http://schemas.openxmlformats.org/drawingml/2006/main" prst="line">
            <a:avLst/>
          </a:prstGeom>
          <a:ln xmlns:a="http://schemas.openxmlformats.org/drawingml/2006/main" w="6668">
            <a:solidFill>
              <a:srgbClr val="777777"/>
            </a:solidFill>
          </a:ln>
        </p:spPr>
      </p:sp>
      <p:sp>
        <p:nvSpPr>
          <p:cNvPr id="558" name="red-output-dim">
            <a:extLst xmlns:a="http://schemas.openxmlformats.org/drawingml/2006/main">
              <a:ext uri="{FF2B5EF4-FFF2-40B4-BE49-F238E27FC236}">
                <a16:creationId xmlns:a16="http://schemas.microsoft.com/office/drawing/2014/main" id="{A5DCFDC1-4828-4290-9532-D702E253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3486150"/>
            <a:ext cx="171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59" name="fusion-equation">
            <a:extLst xmlns:a="http://schemas.openxmlformats.org/drawingml/2006/main">
              <a:ext uri="{FF2B5EF4-FFF2-40B4-BE49-F238E27FC236}">
                <a16:creationId xmlns:a16="http://schemas.microsoft.com/office/drawing/2014/main" id="{AACF3AF6-0DF9-47F4-9163-C475E65C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57650"/>
            <a:ext cx="300990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9525">
            <a:solidFill>
              <a:srgbClr val="D99A25"/>
            </a:solidFill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E* = Ēcollab  + α Ede-redundant  + β Ebeit3-enhanced</a:t>
            </a:r>
          </a:p>
        </p:txBody>
      </p:sp>
      <p:sp>
        <p:nvSpPr>
          <p:cNvPr id="560" name="eq-to-user">
            <a:extLst xmlns:a="http://schemas.openxmlformats.org/drawingml/2006/main">
              <a:ext uri="{FF2B5EF4-FFF2-40B4-BE49-F238E27FC236}">
                <a16:creationId xmlns:a16="http://schemas.microsoft.com/office/drawing/2014/main" id="{BE42D1F8-6BA9-49FE-8196-E04B2623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14850"/>
            <a:ext cx="9525" cy="2095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561" name="eq-to-user-head">
            <a:extLst xmlns:a="http://schemas.openxmlformats.org/drawingml/2006/main">
              <a:ext uri="{FF2B5EF4-FFF2-40B4-BE49-F238E27FC236}">
                <a16:creationId xmlns:a16="http://schemas.microsoft.com/office/drawing/2014/main" id="{A976C91C-11C3-495B-B63D-802E3468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858500" y="468630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562" name="eq-to-item">
            <a:extLst xmlns:a="http://schemas.openxmlformats.org/drawingml/2006/main">
              <a:ext uri="{FF2B5EF4-FFF2-40B4-BE49-F238E27FC236}">
                <a16:creationId xmlns:a16="http://schemas.microsoft.com/office/drawing/2014/main" id="{E3C13B7B-F98E-47AE-8967-5C01F538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514850"/>
            <a:ext cx="9525" cy="2095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563" name="eq-to-item-head">
            <a:extLst xmlns:a="http://schemas.openxmlformats.org/drawingml/2006/main">
              <a:ext uri="{FF2B5EF4-FFF2-40B4-BE49-F238E27FC236}">
                <a16:creationId xmlns:a16="http://schemas.microsoft.com/office/drawing/2014/main" id="{8EC90C19-F76B-4E36-BB31-B50976E4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630150" y="468630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564" name="user-embed-label">
            <a:extLst xmlns:a="http://schemas.openxmlformats.org/drawingml/2006/main">
              <a:ext uri="{FF2B5EF4-FFF2-40B4-BE49-F238E27FC236}">
                <a16:creationId xmlns:a16="http://schemas.microsoft.com/office/drawing/2014/main" id="{487E5045-D0AA-443F-B222-038D4A2E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638675"/>
            <a:ext cx="952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Embedding</a:t>
            </a:r>
          </a:p>
          <a:p xmlns:a="http://schemas.openxmlformats.org/drawingml/2006/main">
            <a:pPr algn="l">
              <a:defRPr sz="750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E*u</a:t>
            </a:r>
          </a:p>
        </p:txBody>
      </p:sp>
      <p:sp>
        <p:nvSpPr>
          <p:cNvPr id="565" name="user-embed-cell-0">
            <a:extLst xmlns:a="http://schemas.openxmlformats.org/drawingml/2006/main">
              <a:ext uri="{FF2B5EF4-FFF2-40B4-BE49-F238E27FC236}">
                <a16:creationId xmlns:a16="http://schemas.microsoft.com/office/drawing/2014/main" id="{B61C90EE-6BA9-4E76-BAA1-9CB9DAE7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8387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66" name="user-embed-cell-1">
            <a:extLst xmlns:a="http://schemas.openxmlformats.org/drawingml/2006/main">
              <a:ext uri="{FF2B5EF4-FFF2-40B4-BE49-F238E27FC236}">
                <a16:creationId xmlns:a16="http://schemas.microsoft.com/office/drawing/2014/main" id="{7239D112-6D21-4584-BF82-0CFE7CEA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48387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67" name="user-embed-cell-2">
            <a:extLst xmlns:a="http://schemas.openxmlformats.org/drawingml/2006/main">
              <a:ext uri="{FF2B5EF4-FFF2-40B4-BE49-F238E27FC236}">
                <a16:creationId xmlns:a16="http://schemas.microsoft.com/office/drawing/2014/main" id="{182A1BD8-F187-48E5-B032-1829AD7D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8387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68" name="user-embed-cell-3">
            <a:extLst xmlns:a="http://schemas.openxmlformats.org/drawingml/2006/main">
              <a:ext uri="{FF2B5EF4-FFF2-40B4-BE49-F238E27FC236}">
                <a16:creationId xmlns:a16="http://schemas.microsoft.com/office/drawing/2014/main" id="{6FEA07D1-7C54-44BE-86CE-B74534B3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8387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69" name="user-embed-cell-4">
            <a:extLst xmlns:a="http://schemas.openxmlformats.org/drawingml/2006/main">
              <a:ext uri="{FF2B5EF4-FFF2-40B4-BE49-F238E27FC236}">
                <a16:creationId xmlns:a16="http://schemas.microsoft.com/office/drawing/2014/main" id="{9C7CE981-7CAD-454A-8866-341375DA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387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70" name="user-embed-dim-line">
            <a:extLst xmlns:a="http://schemas.openxmlformats.org/drawingml/2006/main">
              <a:ext uri="{FF2B5EF4-FFF2-40B4-BE49-F238E27FC236}">
                <a16:creationId xmlns:a16="http://schemas.microsoft.com/office/drawing/2014/main" id="{6F2ECE8A-55B5-44F9-B77C-5CA000F7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057775"/>
            <a:ext cx="447675" cy="9525"/>
          </a:xfrm>
          <a:prstGeom xmlns:a="http://schemas.openxmlformats.org/drawingml/2006/main" prst="line">
            <a:avLst/>
          </a:prstGeom>
          <a:ln xmlns:a="http://schemas.openxmlformats.org/drawingml/2006/main" w="6668">
            <a:solidFill>
              <a:srgbClr val="777777"/>
            </a:solidFill>
          </a:ln>
        </p:spPr>
      </p:sp>
      <p:sp>
        <p:nvSpPr>
          <p:cNvPr id="571" name="user-embed-dim">
            <a:extLst xmlns:a="http://schemas.openxmlformats.org/drawingml/2006/main">
              <a:ext uri="{FF2B5EF4-FFF2-40B4-BE49-F238E27FC236}">
                <a16:creationId xmlns:a16="http://schemas.microsoft.com/office/drawing/2014/main" id="{273C7ED7-7E13-4788-B5FE-8232759E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067300"/>
            <a:ext cx="171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72" name="item-embed-label">
            <a:extLst xmlns:a="http://schemas.openxmlformats.org/drawingml/2006/main">
              <a:ext uri="{FF2B5EF4-FFF2-40B4-BE49-F238E27FC236}">
                <a16:creationId xmlns:a16="http://schemas.microsoft.com/office/drawing/2014/main" id="{25C0488E-44AE-4D8F-8BFC-03BCF0B1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638675"/>
            <a:ext cx="952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Item Embedding</a:t>
            </a:r>
          </a:p>
          <a:p xmlns:a="http://schemas.openxmlformats.org/drawingml/2006/main">
            <a:pPr algn="l">
              <a:defRPr sz="750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E*i</a:t>
            </a:r>
          </a:p>
        </p:txBody>
      </p:sp>
      <p:sp>
        <p:nvSpPr>
          <p:cNvPr id="573" name="item-embed-cell-0">
            <a:extLst xmlns:a="http://schemas.openxmlformats.org/drawingml/2006/main">
              <a:ext uri="{FF2B5EF4-FFF2-40B4-BE49-F238E27FC236}">
                <a16:creationId xmlns:a16="http://schemas.microsoft.com/office/drawing/2014/main" id="{7D17A2E7-E987-4DCD-B48F-283EF00B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8387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74" name="item-embed-cell-1">
            <a:extLst xmlns:a="http://schemas.openxmlformats.org/drawingml/2006/main">
              <a:ext uri="{FF2B5EF4-FFF2-40B4-BE49-F238E27FC236}">
                <a16:creationId xmlns:a16="http://schemas.microsoft.com/office/drawing/2014/main" id="{DFA9B9F8-AFF8-4420-9734-7DBE8F08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48387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75" name="item-embed-cell-2">
            <a:extLst xmlns:a="http://schemas.openxmlformats.org/drawingml/2006/main">
              <a:ext uri="{FF2B5EF4-FFF2-40B4-BE49-F238E27FC236}">
                <a16:creationId xmlns:a16="http://schemas.microsoft.com/office/drawing/2014/main" id="{9172ACB8-D41D-4F06-88DF-5CBF3E9E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8387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76" name="item-embed-cell-3">
            <a:extLst xmlns:a="http://schemas.openxmlformats.org/drawingml/2006/main">
              <a:ext uri="{FF2B5EF4-FFF2-40B4-BE49-F238E27FC236}">
                <a16:creationId xmlns:a16="http://schemas.microsoft.com/office/drawing/2014/main" id="{4FD865FC-D06B-4AB6-840B-68D1B466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48387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77" name="item-embed-cell-4">
            <a:extLst xmlns:a="http://schemas.openxmlformats.org/drawingml/2006/main">
              <a:ext uri="{FF2B5EF4-FFF2-40B4-BE49-F238E27FC236}">
                <a16:creationId xmlns:a16="http://schemas.microsoft.com/office/drawing/2014/main" id="{91206FE0-1840-4BE5-8B66-E2CAA7C9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838700"/>
            <a:ext cx="104775" cy="152400"/>
          </a:xfrm>
          <a:prstGeom xmlns:a="http://schemas.openxmlformats.org/drawingml/2006/main" prst="rect">
            <a:avLst/>
          </a:prstGeom>
          <a:ln xmlns:a="http://schemas.openxmlformats.org/drawingml/2006/main" w="6668">
            <a:solidFill>
              <a:srgbClr val="D9E8FF"/>
            </a:solidFill>
          </a:ln>
        </p:spPr>
      </p:sp>
      <p:sp>
        <p:nvSpPr>
          <p:cNvPr id="578" name="item-embed-dim-line">
            <a:extLst xmlns:a="http://schemas.openxmlformats.org/drawingml/2006/main">
              <a:ext uri="{FF2B5EF4-FFF2-40B4-BE49-F238E27FC236}">
                <a16:creationId xmlns:a16="http://schemas.microsoft.com/office/drawing/2014/main" id="{FBFA1B9B-87C4-4B12-9FDC-E5ACC5FD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5057775"/>
            <a:ext cx="447675" cy="9525"/>
          </a:xfrm>
          <a:prstGeom xmlns:a="http://schemas.openxmlformats.org/drawingml/2006/main" prst="line">
            <a:avLst/>
          </a:prstGeom>
          <a:ln xmlns:a="http://schemas.openxmlformats.org/drawingml/2006/main" w="6668">
            <a:solidFill>
              <a:srgbClr val="777777"/>
            </a:solidFill>
          </a:ln>
        </p:spPr>
      </p:sp>
      <p:sp>
        <p:nvSpPr>
          <p:cNvPr id="579" name="item-embed-dim">
            <a:extLst xmlns:a="http://schemas.openxmlformats.org/drawingml/2006/main">
              <a:ext uri="{FF2B5EF4-FFF2-40B4-BE49-F238E27FC236}">
                <a16:creationId xmlns:a16="http://schemas.microsoft.com/office/drawing/2014/main" id="{E2C53F9D-41F2-4E8B-A1E2-EFB0B450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067300"/>
            <a:ext cx="171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0" i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80" name="user-to-pred">
            <a:extLst xmlns:a="http://schemas.openxmlformats.org/drawingml/2006/main">
              <a:ext uri="{FF2B5EF4-FFF2-40B4-BE49-F238E27FC236}">
                <a16:creationId xmlns:a16="http://schemas.microsoft.com/office/drawing/2014/main" id="{14593E7A-2AF1-406E-8849-5BC06639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172075"/>
            <a:ext cx="466725" cy="3143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581" name="user-to-pred-head">
            <a:extLst xmlns:a="http://schemas.openxmlformats.org/drawingml/2006/main">
              <a:ext uri="{FF2B5EF4-FFF2-40B4-BE49-F238E27FC236}">
                <a16:creationId xmlns:a16="http://schemas.microsoft.com/office/drawing/2014/main" id="{56354838-4D5C-453B-950A-A13E2F43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37544">
            <a:off x="11534775" y="544830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582" name="item-to-pred">
            <a:extLst xmlns:a="http://schemas.openxmlformats.org/drawingml/2006/main">
              <a:ext uri="{FF2B5EF4-FFF2-40B4-BE49-F238E27FC236}">
                <a16:creationId xmlns:a16="http://schemas.microsoft.com/office/drawing/2014/main" id="{930230AD-4FBC-44C0-B6F0-78E414C1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172075"/>
            <a:ext cx="476250" cy="3143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583" name="item-to-pred-head">
            <a:extLst xmlns:a="http://schemas.openxmlformats.org/drawingml/2006/main">
              <a:ext uri="{FF2B5EF4-FFF2-40B4-BE49-F238E27FC236}">
                <a16:creationId xmlns:a16="http://schemas.microsoft.com/office/drawing/2014/main" id="{CE052900-A120-4B01-B871-E0C6FF7B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194511">
            <a:off x="12106275" y="544830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584" name="prediction-box">
            <a:extLst xmlns:a="http://schemas.openxmlformats.org/drawingml/2006/main">
              <a:ext uri="{FF2B5EF4-FFF2-40B4-BE49-F238E27FC236}">
                <a16:creationId xmlns:a16="http://schemas.microsoft.com/office/drawing/2014/main" id="{D5966822-7824-4B2D-A7E3-8C964BB0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5429250"/>
            <a:ext cx="904875" cy="285750"/>
          </a:xfrm>
          <a:prstGeom xmlns:a="http://schemas.openxmlformats.org/drawingml/2006/main" prst="roundRect">
            <a:avLst>
              <a:gd name="adj" fmla="val 26667"/>
            </a:avLst>
          </a:prstGeom>
          <a:ln xmlns:a="http://schemas.openxmlformats.org/drawingml/2006/main" w="11430">
            <a:solidFill>
              <a:srgbClr val="F28A2E"/>
            </a:solidFill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Prediction</a:t>
            </a:r>
          </a:p>
        </p:txBody>
      </p:sp>
      <p:sp>
        <p:nvSpPr>
          <p:cNvPr id="585" name="pred-to-score">
            <a:extLst xmlns:a="http://schemas.openxmlformats.org/drawingml/2006/main">
              <a:ext uri="{FF2B5EF4-FFF2-40B4-BE49-F238E27FC236}">
                <a16:creationId xmlns:a16="http://schemas.microsoft.com/office/drawing/2014/main" id="{FF7F6C03-0583-4231-97D4-3CA3D359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5715000"/>
            <a:ext cx="9525" cy="2095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586" name="pred-to-score-head">
            <a:extLst xmlns:a="http://schemas.openxmlformats.org/drawingml/2006/main">
              <a:ext uri="{FF2B5EF4-FFF2-40B4-BE49-F238E27FC236}">
                <a16:creationId xmlns:a16="http://schemas.microsoft.com/office/drawing/2014/main" id="{4A62B7D1-3AE8-4976-A2CA-AB416BB5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001500" y="58864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587" name="score-label">
            <a:extLst xmlns:a="http://schemas.openxmlformats.org/drawingml/2006/main">
              <a:ext uri="{FF2B5EF4-FFF2-40B4-BE49-F238E27FC236}">
                <a16:creationId xmlns:a16="http://schemas.microsoft.com/office/drawing/2014/main" id="{25930F02-2FCF-4F97-8896-F0D22117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5915025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ŷui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(Score)</a:t>
            </a:r>
          </a:p>
        </p:txBody>
      </p:sp>
      <p:sp>
        <p:nvSpPr>
          <p:cNvPr id="588" name="collab-bus-to-fusion">
            <a:extLst xmlns:a="http://schemas.openxmlformats.org/drawingml/2006/main">
              <a:ext uri="{FF2B5EF4-FFF2-40B4-BE49-F238E27FC236}">
                <a16:creationId xmlns:a16="http://schemas.microsoft.com/office/drawing/2014/main" id="{3056DF55-A1E3-43B5-9C10-CB312F1C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24000"/>
            <a:ext cx="571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589" name="collab-bus-to-fusion-head">
            <a:extLst xmlns:a="http://schemas.openxmlformats.org/drawingml/2006/main">
              <a:ext uri="{FF2B5EF4-FFF2-40B4-BE49-F238E27FC236}">
                <a16:creationId xmlns:a16="http://schemas.microsoft.com/office/drawing/2014/main" id="{C2081EF7-6039-4485-B5A7-1C70C7D6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77450" y="148590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590" name="struct-bus-to-fusion">
            <a:extLst xmlns:a="http://schemas.openxmlformats.org/drawingml/2006/main">
              <a:ext uri="{FF2B5EF4-FFF2-40B4-BE49-F238E27FC236}">
                <a16:creationId xmlns:a16="http://schemas.microsoft.com/office/drawing/2014/main" id="{BE42B000-3708-46F4-A11A-496E845D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62200"/>
            <a:ext cx="571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591" name="struct-bus-to-fusion-head">
            <a:extLst xmlns:a="http://schemas.openxmlformats.org/drawingml/2006/main">
              <a:ext uri="{FF2B5EF4-FFF2-40B4-BE49-F238E27FC236}">
                <a16:creationId xmlns:a16="http://schemas.microsoft.com/office/drawing/2014/main" id="{4840EFF7-0543-431F-A3BD-031B4B61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77450" y="232410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592" name="image-bus-to-fusion">
            <a:extLst xmlns:a="http://schemas.openxmlformats.org/drawingml/2006/main">
              <a:ext uri="{FF2B5EF4-FFF2-40B4-BE49-F238E27FC236}">
                <a16:creationId xmlns:a16="http://schemas.microsoft.com/office/drawing/2014/main" id="{194996AD-477A-4348-88AC-D638B3E0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00400"/>
            <a:ext cx="571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593" name="image-bus-to-fusion-head">
            <a:extLst xmlns:a="http://schemas.openxmlformats.org/drawingml/2006/main">
              <a:ext uri="{FF2B5EF4-FFF2-40B4-BE49-F238E27FC236}">
                <a16:creationId xmlns:a16="http://schemas.microsoft.com/office/drawing/2014/main" id="{F51A696D-2884-409A-A632-6DD1986D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77450" y="316230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594" name="text-bus-to-fusion">
            <a:extLst xmlns:a="http://schemas.openxmlformats.org/drawingml/2006/main">
              <a:ext uri="{FF2B5EF4-FFF2-40B4-BE49-F238E27FC236}">
                <a16:creationId xmlns:a16="http://schemas.microsoft.com/office/drawing/2014/main" id="{80ACE5B8-A788-4948-A580-2EE54E43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38600"/>
            <a:ext cx="571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595" name="text-bus-to-fusion-head">
            <a:extLst xmlns:a="http://schemas.openxmlformats.org/drawingml/2006/main">
              <a:ext uri="{FF2B5EF4-FFF2-40B4-BE49-F238E27FC236}">
                <a16:creationId xmlns:a16="http://schemas.microsoft.com/office/drawing/2014/main" id="{8E49F5D7-6645-45ED-AD58-810E2377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77450" y="400050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596" name="beit3-bus-to-fusion">
            <a:extLst xmlns:a="http://schemas.openxmlformats.org/drawingml/2006/main">
              <a:ext uri="{FF2B5EF4-FFF2-40B4-BE49-F238E27FC236}">
                <a16:creationId xmlns:a16="http://schemas.microsoft.com/office/drawing/2014/main" id="{85454B61-42E8-4D9A-A045-065DBD2D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76800"/>
            <a:ext cx="571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597" name="beit3-bus-to-fusion-head">
            <a:extLst xmlns:a="http://schemas.openxmlformats.org/drawingml/2006/main">
              <a:ext uri="{FF2B5EF4-FFF2-40B4-BE49-F238E27FC236}">
                <a16:creationId xmlns:a16="http://schemas.microsoft.com/office/drawing/2014/main" id="{C98E1AEF-91B7-4A38-8761-BC90A1F2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77450" y="483870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598" name="embedding-bus">
            <a:extLst xmlns:a="http://schemas.openxmlformats.org/drawingml/2006/main">
              <a:ext uri="{FF2B5EF4-FFF2-40B4-BE49-F238E27FC236}">
                <a16:creationId xmlns:a16="http://schemas.microsoft.com/office/drawing/2014/main" id="{7DC17FBC-D170-4166-8DED-DFCDE461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24000"/>
            <a:ext cx="9525" cy="3352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599" name="bus-to-collab-fusion">
            <a:extLst xmlns:a="http://schemas.openxmlformats.org/drawingml/2006/main">
              <a:ext uri="{FF2B5EF4-FFF2-40B4-BE49-F238E27FC236}">
                <a16:creationId xmlns:a16="http://schemas.microsoft.com/office/drawing/2014/main" id="{97AF0D5C-4BD9-418F-97CD-BC5513D5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2400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600" name="bus-to-collab-fusion-head">
            <a:extLst xmlns:a="http://schemas.openxmlformats.org/drawingml/2006/main">
              <a:ext uri="{FF2B5EF4-FFF2-40B4-BE49-F238E27FC236}">
                <a16:creationId xmlns:a16="http://schemas.microsoft.com/office/drawing/2014/main" id="{6CF25AA1-100E-4D0E-86FE-747B843F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515600" y="148590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601" name="bus-to-redundancy">
            <a:extLst xmlns:a="http://schemas.openxmlformats.org/drawingml/2006/main">
              <a:ext uri="{FF2B5EF4-FFF2-40B4-BE49-F238E27FC236}">
                <a16:creationId xmlns:a16="http://schemas.microsoft.com/office/drawing/2014/main" id="{F3019081-132C-4B63-8C16-B7AA201C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52800"/>
            <a:ext cx="390525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602" name="bus-to-redundancy-head">
            <a:extLst xmlns:a="http://schemas.openxmlformats.org/drawingml/2006/main">
              <a:ext uri="{FF2B5EF4-FFF2-40B4-BE49-F238E27FC236}">
                <a16:creationId xmlns:a16="http://schemas.microsoft.com/office/drawing/2014/main" id="{E2BC375A-6B20-4998-887D-C3F0C025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467975" y="331470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603" name="section-training-objectives">
            <a:extLst xmlns:a="http://schemas.openxmlformats.org/drawingml/2006/main">
              <a:ext uri="{FF2B5EF4-FFF2-40B4-BE49-F238E27FC236}">
                <a16:creationId xmlns:a16="http://schemas.microsoft.com/office/drawing/2014/main" id="{78035F60-9FA8-4C8E-9E87-506DAC57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191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Training Objectives</a:t>
            </a:r>
          </a:p>
        </p:txBody>
      </p:sp>
      <p:sp>
        <p:nvSpPr>
          <p:cNvPr id="604" name="bpr-panel">
            <a:extLst xmlns:a="http://schemas.openxmlformats.org/drawingml/2006/main">
              <a:ext uri="{FF2B5EF4-FFF2-40B4-BE49-F238E27FC236}">
                <a16:creationId xmlns:a16="http://schemas.microsoft.com/office/drawing/2014/main" id="{10E5C0F6-5CB2-4F51-9657-1B566A16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714375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ln xmlns:a="http://schemas.openxmlformats.org/drawingml/2006/main" w="11430">
            <a:solidFill>
              <a:srgbClr val="F28A2E"/>
            </a:solidFill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5" name="bpr-title">
            <a:extLst xmlns:a="http://schemas.openxmlformats.org/drawingml/2006/main">
              <a:ext uri="{FF2B5EF4-FFF2-40B4-BE49-F238E27FC236}">
                <a16:creationId xmlns:a16="http://schemas.microsoft.com/office/drawing/2014/main" id="{9A5C8EF6-717C-4E42-ADFA-E083E4B5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01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BPR Loss</a:t>
            </a:r>
          </a:p>
        </p:txBody>
      </p:sp>
      <p:sp>
        <p:nvSpPr>
          <p:cNvPr id="606" name="bpr-user-icon">
            <a:extLst xmlns:a="http://schemas.openxmlformats.org/drawingml/2006/main">
              <a:ext uri="{FF2B5EF4-FFF2-40B4-BE49-F238E27FC236}">
                <a16:creationId xmlns:a16="http://schemas.microsoft.com/office/drawing/2014/main" id="{73F35A55-A56A-4E07-9AE7-7BB3CE96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085850"/>
            <a:ext cx="219075" cy="219075"/>
          </a:xfrm>
          <a:prstGeom xmlns:a="http://schemas.openxmlformats.org/drawingml/2006/main" prst="ellips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607" name="bpr-u">
            <a:extLst xmlns:a="http://schemas.openxmlformats.org/drawingml/2006/main">
              <a:ext uri="{FF2B5EF4-FFF2-40B4-BE49-F238E27FC236}">
                <a16:creationId xmlns:a16="http://schemas.microsoft.com/office/drawing/2014/main" id="{0F1C8152-F55B-46B0-8CB6-00328432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1181100"/>
            <a:ext cx="19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u</a:t>
            </a:r>
          </a:p>
        </p:txBody>
      </p:sp>
      <p:sp>
        <p:nvSpPr>
          <p:cNvPr id="608" name="bpr-pos-item">
            <a:extLst xmlns:a="http://schemas.openxmlformats.org/drawingml/2006/main">
              <a:ext uri="{FF2B5EF4-FFF2-40B4-BE49-F238E27FC236}">
                <a16:creationId xmlns:a16="http://schemas.microsoft.com/office/drawing/2014/main" id="{D88DDC50-4989-405B-9A92-DE7CA7F5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066800"/>
            <a:ext cx="304800" cy="4000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3D9148"/>
            </a:solidFill>
          </a:ln>
        </p:spPr>
      </p:sp>
      <p:sp>
        <p:nvSpPr>
          <p:cNvPr id="609" name="bpr-pos-label">
            <a:extLst xmlns:a="http://schemas.openxmlformats.org/drawingml/2006/main">
              <a:ext uri="{FF2B5EF4-FFF2-40B4-BE49-F238E27FC236}">
                <a16:creationId xmlns:a16="http://schemas.microsoft.com/office/drawing/2014/main" id="{E60F6A65-A00A-4E19-9F53-6F795A05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11715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3D9148"/>
                </a:solidFill>
                <a:latin typeface="Georgia"/>
                <a:ea typeface="Georgia"/>
                <a:cs typeface="Georgia"/>
              </a:defRPr>
            </a:pPr>
            <a:r>
              <a:rPr sz="1050" b="0" i="1">
                <a:solidFill>
                  <a:srgbClr val="3D9148"/>
                </a:solidFill>
                <a:latin typeface="Georgia"/>
                <a:ea typeface="Georgia"/>
                <a:cs typeface="Georgia"/>
              </a:rPr>
              <a:t>i+</a:t>
            </a:r>
          </a:p>
        </p:txBody>
      </p:sp>
      <p:sp>
        <p:nvSpPr>
          <p:cNvPr id="610" name="bpr-neg-item">
            <a:extLst xmlns:a="http://schemas.openxmlformats.org/drawingml/2006/main">
              <a:ext uri="{FF2B5EF4-FFF2-40B4-BE49-F238E27FC236}">
                <a16:creationId xmlns:a16="http://schemas.microsoft.com/office/drawing/2014/main" id="{558D2971-050B-4D8E-87AA-A1E3718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066800"/>
            <a:ext cx="304800" cy="4000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65B51"/>
            </a:solidFill>
          </a:ln>
        </p:spPr>
      </p:sp>
      <p:sp>
        <p:nvSpPr>
          <p:cNvPr id="611" name="bpr-formula">
            <a:extLst xmlns:a="http://schemas.openxmlformats.org/drawingml/2006/main">
              <a:ext uri="{FF2B5EF4-FFF2-40B4-BE49-F238E27FC236}">
                <a16:creationId xmlns:a16="http://schemas.microsoft.com/office/drawing/2014/main" id="{B19DF83E-2910-437E-A1AC-596C0337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154305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Lᴮᴾᴿ = − ∑ log σ(ŷui+ − ŷui−)</a:t>
            </a:r>
          </a:p>
        </p:txBody>
      </p:sp>
      <p:sp>
        <p:nvSpPr>
          <p:cNvPr id="612" name="contrast-panel">
            <a:extLst xmlns:a="http://schemas.openxmlformats.org/drawingml/2006/main">
              <a:ext uri="{FF2B5EF4-FFF2-40B4-BE49-F238E27FC236}">
                <a16:creationId xmlns:a16="http://schemas.microsoft.com/office/drawing/2014/main" id="{76AB390E-8797-4BD1-A319-05CEA563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2076450"/>
            <a:ext cx="2286000" cy="2238375"/>
          </a:xfrm>
          <a:prstGeom xmlns:a="http://schemas.openxmlformats.org/drawingml/2006/main" prst="roundRect">
            <a:avLst>
              <a:gd name="adj" fmla="val 3404"/>
            </a:avLst>
          </a:prstGeom>
          <a:ln xmlns:a="http://schemas.openxmlformats.org/drawingml/2006/main" w="10478">
            <a:solidFill>
              <a:srgbClr val="7DA2FF"/>
            </a:solidFill>
            <a:prstDash val="dash"/>
          </a:ln>
        </p:spPr>
      </p:sp>
      <p:sp>
        <p:nvSpPr>
          <p:cNvPr id="613" name="contrast-title">
            <a:extLst xmlns:a="http://schemas.openxmlformats.org/drawingml/2006/main">
              <a:ext uri="{FF2B5EF4-FFF2-40B4-BE49-F238E27FC236}">
                <a16:creationId xmlns:a16="http://schemas.microsoft.com/office/drawing/2014/main" id="{CDD944DF-6656-47DF-9D6D-D69BF9B8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2143125"/>
            <a:ext cx="1571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F6FD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2F6FD6"/>
                </a:solidFill>
                <a:latin typeface="Georgia"/>
                <a:ea typeface="Georgia"/>
                <a:cs typeface="Georgia"/>
              </a:rPr>
              <a:t>Contrastive Alignment</a:t>
            </a:r>
          </a:p>
          <a:p xmlns:a="http://schemas.openxmlformats.org/drawingml/2006/main">
            <a:pPr algn="ctr">
              <a:defRPr sz="1050" b="1" i="0">
                <a:solidFill>
                  <a:srgbClr val="2F6FD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2F6FD6"/>
                </a:solidFill>
                <a:latin typeface="Georgia"/>
                <a:ea typeface="Georgia"/>
                <a:cs typeface="Georgia"/>
              </a:rPr>
              <a:t>(User &amp; Item Level)</a:t>
            </a:r>
          </a:p>
        </p:txBody>
      </p:sp>
      <p:sp>
        <p:nvSpPr>
          <p:cNvPr id="614" name="user-align-label">
            <a:extLst xmlns:a="http://schemas.openxmlformats.org/drawingml/2006/main">
              <a:ext uri="{FF2B5EF4-FFF2-40B4-BE49-F238E27FC236}">
                <a16:creationId xmlns:a16="http://schemas.microsoft.com/office/drawing/2014/main" id="{1E6137A2-E5B7-41EE-9C02-0AEE5A80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25336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Level Align</a:t>
            </a:r>
          </a:p>
        </p:txBody>
      </p:sp>
      <p:sp>
        <p:nvSpPr>
          <p:cNvPr id="615" name="align-user-icon">
            <a:extLst xmlns:a="http://schemas.openxmlformats.org/drawingml/2006/main">
              <a:ext uri="{FF2B5EF4-FFF2-40B4-BE49-F238E27FC236}">
                <a16:creationId xmlns:a16="http://schemas.microsoft.com/office/drawing/2014/main" id="{3054DFDD-E31B-48FF-AA1E-DFA0FED8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705100"/>
            <a:ext cx="190500" cy="190500"/>
          </a:xfrm>
          <a:prstGeom xmlns:a="http://schemas.openxmlformats.org/drawingml/2006/main" prst="ellipse">
            <a:avLst/>
          </a:prstGeom>
          <a:ln xmlns:a="http://schemas.openxmlformats.org/drawingml/2006/main" w="7620">
            <a:solidFill>
              <a:srgbClr val="777777"/>
            </a:solidFill>
          </a:ln>
        </p:spPr>
      </p:sp>
      <p:sp>
        <p:nvSpPr>
          <p:cNvPr id="616" name="user-align-arrow-0">
            <a:extLst xmlns:a="http://schemas.openxmlformats.org/drawingml/2006/main">
              <a:ext uri="{FF2B5EF4-FFF2-40B4-BE49-F238E27FC236}">
                <a16:creationId xmlns:a16="http://schemas.microsoft.com/office/drawing/2014/main" id="{B4CA2271-CB08-4A68-B275-F7C3C81D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695575"/>
            <a:ext cx="495300" cy="11430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22222"/>
            </a:solidFill>
            <a:prstDash val="dash"/>
          </a:ln>
        </p:spPr>
      </p:sp>
      <p:sp>
        <p:nvSpPr>
          <p:cNvPr id="617" name="user-align-arrow-0-head">
            <a:extLst xmlns:a="http://schemas.openxmlformats.org/drawingml/2006/main">
              <a:ext uri="{FF2B5EF4-FFF2-40B4-BE49-F238E27FC236}">
                <a16:creationId xmlns:a16="http://schemas.microsoft.com/office/drawing/2014/main" id="{8BBC6FBB-A013-4127-97E0-B933B4A9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620323">
            <a:off x="14363700" y="2657475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618" name="user-align-0-0">
            <a:extLst xmlns:a="http://schemas.openxmlformats.org/drawingml/2006/main">
              <a:ext uri="{FF2B5EF4-FFF2-40B4-BE49-F238E27FC236}">
                <a16:creationId xmlns:a16="http://schemas.microsoft.com/office/drawing/2014/main" id="{02A85410-B448-4727-B594-3BC4D8B4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61937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19" name="user-align-0-1">
            <a:extLst xmlns:a="http://schemas.openxmlformats.org/drawingml/2006/main">
              <a:ext uri="{FF2B5EF4-FFF2-40B4-BE49-F238E27FC236}">
                <a16:creationId xmlns:a16="http://schemas.microsoft.com/office/drawing/2014/main" id="{70A21CDE-8AB0-4110-B81C-DBA7938E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261937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20" name="user-align-0-2">
            <a:extLst xmlns:a="http://schemas.openxmlformats.org/drawingml/2006/main">
              <a:ext uri="{FF2B5EF4-FFF2-40B4-BE49-F238E27FC236}">
                <a16:creationId xmlns:a16="http://schemas.microsoft.com/office/drawing/2014/main" id="{0C26C743-CF12-45D7-A3E7-093B237B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261937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21" name="user-align-arrow-1">
            <a:extLst xmlns:a="http://schemas.openxmlformats.org/drawingml/2006/main">
              <a:ext uri="{FF2B5EF4-FFF2-40B4-BE49-F238E27FC236}">
                <a16:creationId xmlns:a16="http://schemas.microsoft.com/office/drawing/2014/main" id="{08700D52-7AC0-4FA3-A062-7083C962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809875"/>
            <a:ext cx="495300" cy="15240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22222"/>
            </a:solidFill>
            <a:prstDash val="dash"/>
          </a:ln>
        </p:spPr>
      </p:sp>
      <p:sp>
        <p:nvSpPr>
          <p:cNvPr id="622" name="user-align-arrow-1-head">
            <a:extLst xmlns:a="http://schemas.openxmlformats.org/drawingml/2006/main">
              <a:ext uri="{FF2B5EF4-FFF2-40B4-BE49-F238E27FC236}">
                <a16:creationId xmlns:a16="http://schemas.microsoft.com/office/drawing/2014/main" id="{114CB630-651C-471C-A842-CC371AF8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426164">
            <a:off x="14363700" y="2924175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623" name="user-align-1-0">
            <a:extLst xmlns:a="http://schemas.openxmlformats.org/drawingml/2006/main">
              <a:ext uri="{FF2B5EF4-FFF2-40B4-BE49-F238E27FC236}">
                <a16:creationId xmlns:a16="http://schemas.microsoft.com/office/drawing/2014/main" id="{43006A6A-E399-45FE-921D-654E2658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88607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24" name="user-align-1-1">
            <a:extLst xmlns:a="http://schemas.openxmlformats.org/drawingml/2006/main">
              <a:ext uri="{FF2B5EF4-FFF2-40B4-BE49-F238E27FC236}">
                <a16:creationId xmlns:a16="http://schemas.microsoft.com/office/drawing/2014/main" id="{52463A96-B88B-498A-AD15-FC8E287B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288607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25" name="user-align-1-2">
            <a:extLst xmlns:a="http://schemas.openxmlformats.org/drawingml/2006/main">
              <a:ext uri="{FF2B5EF4-FFF2-40B4-BE49-F238E27FC236}">
                <a16:creationId xmlns:a16="http://schemas.microsoft.com/office/drawing/2014/main" id="{23170792-347D-48BB-AD27-F9E06944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288607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26" name="user-align-arrow-2">
            <a:extLst xmlns:a="http://schemas.openxmlformats.org/drawingml/2006/main">
              <a:ext uri="{FF2B5EF4-FFF2-40B4-BE49-F238E27FC236}">
                <a16:creationId xmlns:a16="http://schemas.microsoft.com/office/drawing/2014/main" id="{8D3E3251-3225-4642-85A2-52B374B1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809875"/>
            <a:ext cx="495300" cy="41910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22222"/>
            </a:solidFill>
            <a:prstDash val="dash"/>
          </a:ln>
        </p:spPr>
      </p:sp>
      <p:sp>
        <p:nvSpPr>
          <p:cNvPr id="627" name="user-align-arrow-2-head">
            <a:extLst xmlns:a="http://schemas.openxmlformats.org/drawingml/2006/main">
              <a:ext uri="{FF2B5EF4-FFF2-40B4-BE49-F238E27FC236}">
                <a16:creationId xmlns:a16="http://schemas.microsoft.com/office/drawing/2014/main" id="{9AB8AB06-C040-4A27-A06D-2F51358A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14181">
            <a:off x="14363700" y="3190875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628" name="user-align-2-0">
            <a:extLst xmlns:a="http://schemas.openxmlformats.org/drawingml/2006/main">
              <a:ext uri="{FF2B5EF4-FFF2-40B4-BE49-F238E27FC236}">
                <a16:creationId xmlns:a16="http://schemas.microsoft.com/office/drawing/2014/main" id="{E685E426-BFD4-4704-A04D-EDECEF1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15277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29" name="user-align-2-1">
            <a:extLst xmlns:a="http://schemas.openxmlformats.org/drawingml/2006/main">
              <a:ext uri="{FF2B5EF4-FFF2-40B4-BE49-F238E27FC236}">
                <a16:creationId xmlns:a16="http://schemas.microsoft.com/office/drawing/2014/main" id="{D16455A3-6B9E-4BAD-81B8-9A156092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315277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30" name="user-align-2-2">
            <a:extLst xmlns:a="http://schemas.openxmlformats.org/drawingml/2006/main">
              <a:ext uri="{FF2B5EF4-FFF2-40B4-BE49-F238E27FC236}">
                <a16:creationId xmlns:a16="http://schemas.microsoft.com/office/drawing/2014/main" id="{D914A8AB-D823-480B-BA05-92FE9408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15277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31" name="item-align-label">
            <a:extLst xmlns:a="http://schemas.openxmlformats.org/drawingml/2006/main">
              <a:ext uri="{FF2B5EF4-FFF2-40B4-BE49-F238E27FC236}">
                <a16:creationId xmlns:a16="http://schemas.microsoft.com/office/drawing/2014/main" id="{DE73EFBD-2F21-4E18-B228-FE3F6FB0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371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Item Level Align</a:t>
            </a:r>
          </a:p>
        </p:txBody>
      </p:sp>
      <p:sp>
        <p:nvSpPr>
          <p:cNvPr id="632" name="align-item-icon">
            <a:extLst xmlns:a="http://schemas.openxmlformats.org/drawingml/2006/main">
              <a:ext uri="{FF2B5EF4-FFF2-40B4-BE49-F238E27FC236}">
                <a16:creationId xmlns:a16="http://schemas.microsoft.com/office/drawing/2014/main" id="{73A3B49D-0165-4E60-B071-967F7002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638550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28A2E"/>
            </a:solidFill>
          </a:ln>
        </p:spPr>
      </p:sp>
      <p:sp>
        <p:nvSpPr>
          <p:cNvPr id="633" name="item-align-arrow-0">
            <a:extLst xmlns:a="http://schemas.openxmlformats.org/drawingml/2006/main">
              <a:ext uri="{FF2B5EF4-FFF2-40B4-BE49-F238E27FC236}">
                <a16:creationId xmlns:a16="http://schemas.microsoft.com/office/drawing/2014/main" id="{81D3CC11-9B80-4A8E-B95E-CC0213FD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638550"/>
            <a:ext cx="495300" cy="11430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22222"/>
            </a:solidFill>
            <a:prstDash val="dash"/>
          </a:ln>
        </p:spPr>
      </p:sp>
      <p:sp>
        <p:nvSpPr>
          <p:cNvPr id="634" name="item-align-arrow-0-head">
            <a:extLst xmlns:a="http://schemas.openxmlformats.org/drawingml/2006/main">
              <a:ext uri="{FF2B5EF4-FFF2-40B4-BE49-F238E27FC236}">
                <a16:creationId xmlns:a16="http://schemas.microsoft.com/office/drawing/2014/main" id="{F94B881F-34FE-4BB5-ABE1-02288A5C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620323">
            <a:off x="14363700" y="360045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635" name="item-align-0-0">
            <a:extLst xmlns:a="http://schemas.openxmlformats.org/drawingml/2006/main">
              <a:ext uri="{FF2B5EF4-FFF2-40B4-BE49-F238E27FC236}">
                <a16:creationId xmlns:a16="http://schemas.microsoft.com/office/drawing/2014/main" id="{0C97A7D3-9B2D-4ABC-9C7C-F8D45A81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57187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36" name="item-align-0-1">
            <a:extLst xmlns:a="http://schemas.openxmlformats.org/drawingml/2006/main">
              <a:ext uri="{FF2B5EF4-FFF2-40B4-BE49-F238E27FC236}">
                <a16:creationId xmlns:a16="http://schemas.microsoft.com/office/drawing/2014/main" id="{2F97597E-6518-4FD0-9407-464CB52C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357187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37" name="item-align-0-2">
            <a:extLst xmlns:a="http://schemas.openxmlformats.org/drawingml/2006/main">
              <a:ext uri="{FF2B5EF4-FFF2-40B4-BE49-F238E27FC236}">
                <a16:creationId xmlns:a16="http://schemas.microsoft.com/office/drawing/2014/main" id="{CBC602AC-25C3-4FE1-996D-7BBEC39D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57187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38" name="item-align-arrow-1">
            <a:extLst xmlns:a="http://schemas.openxmlformats.org/drawingml/2006/main">
              <a:ext uri="{FF2B5EF4-FFF2-40B4-BE49-F238E27FC236}">
                <a16:creationId xmlns:a16="http://schemas.microsoft.com/office/drawing/2014/main" id="{B92C02DA-9260-4DF4-B380-C03ECFC7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752850"/>
            <a:ext cx="495300" cy="123825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22222"/>
            </a:solidFill>
            <a:prstDash val="dash"/>
          </a:ln>
        </p:spPr>
      </p:sp>
      <p:sp>
        <p:nvSpPr>
          <p:cNvPr id="639" name="item-align-arrow-1-head">
            <a:extLst xmlns:a="http://schemas.openxmlformats.org/drawingml/2006/main">
              <a:ext uri="{FF2B5EF4-FFF2-40B4-BE49-F238E27FC236}">
                <a16:creationId xmlns:a16="http://schemas.microsoft.com/office/drawing/2014/main" id="{BE9C51BF-64AB-48B1-B2D1-33191769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42175">
            <a:off x="14363700" y="3838575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640" name="item-align-1-0">
            <a:extLst xmlns:a="http://schemas.openxmlformats.org/drawingml/2006/main">
              <a:ext uri="{FF2B5EF4-FFF2-40B4-BE49-F238E27FC236}">
                <a16:creationId xmlns:a16="http://schemas.microsoft.com/office/drawing/2014/main" id="{9C35C2B3-BC45-4B87-9E69-FF0482CD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810000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41" name="item-align-1-1">
            <a:extLst xmlns:a="http://schemas.openxmlformats.org/drawingml/2006/main">
              <a:ext uri="{FF2B5EF4-FFF2-40B4-BE49-F238E27FC236}">
                <a16:creationId xmlns:a16="http://schemas.microsoft.com/office/drawing/2014/main" id="{08A36714-6D07-44C3-865A-A6D505DB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3810000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42" name="item-align-1-2">
            <a:extLst xmlns:a="http://schemas.openxmlformats.org/drawingml/2006/main">
              <a:ext uri="{FF2B5EF4-FFF2-40B4-BE49-F238E27FC236}">
                <a16:creationId xmlns:a16="http://schemas.microsoft.com/office/drawing/2014/main" id="{D3DC1EC2-2F61-4C48-ABB9-BA7C2A7F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810000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43" name="item-align-arrow-2">
            <a:extLst xmlns:a="http://schemas.openxmlformats.org/drawingml/2006/main">
              <a:ext uri="{FF2B5EF4-FFF2-40B4-BE49-F238E27FC236}">
                <a16:creationId xmlns:a16="http://schemas.microsoft.com/office/drawing/2014/main" id="{58901223-B259-4305-A9B3-0577D85D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752850"/>
            <a:ext cx="495300" cy="36195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222222"/>
            </a:solidFill>
            <a:prstDash val="dash"/>
          </a:ln>
        </p:spPr>
      </p:sp>
      <p:sp>
        <p:nvSpPr>
          <p:cNvPr id="644" name="item-align-arrow-2-head">
            <a:extLst xmlns:a="http://schemas.openxmlformats.org/drawingml/2006/main">
              <a:ext uri="{FF2B5EF4-FFF2-40B4-BE49-F238E27FC236}">
                <a16:creationId xmlns:a16="http://schemas.microsoft.com/office/drawing/2014/main" id="{D604D33E-4EDE-4482-8279-A594C450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569491">
            <a:off x="14363700" y="407670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645" name="item-align-2-0">
            <a:extLst xmlns:a="http://schemas.openxmlformats.org/drawingml/2006/main">
              <a:ext uri="{FF2B5EF4-FFF2-40B4-BE49-F238E27FC236}">
                <a16:creationId xmlns:a16="http://schemas.microsoft.com/office/drawing/2014/main" id="{EB67B83B-810A-4D3B-B52E-95F10CB4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04812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46" name="item-align-2-1">
            <a:extLst xmlns:a="http://schemas.openxmlformats.org/drawingml/2006/main">
              <a:ext uri="{FF2B5EF4-FFF2-40B4-BE49-F238E27FC236}">
                <a16:creationId xmlns:a16="http://schemas.microsoft.com/office/drawing/2014/main" id="{A83DB44E-83C4-4EFC-9843-93B786DE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404812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47" name="item-align-2-2">
            <a:extLst xmlns:a="http://schemas.openxmlformats.org/drawingml/2006/main">
              <a:ext uri="{FF2B5EF4-FFF2-40B4-BE49-F238E27FC236}">
                <a16:creationId xmlns:a16="http://schemas.microsoft.com/office/drawing/2014/main" id="{A4390EB5-BBDE-4281-B090-34B0E093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4048125"/>
            <a:ext cx="238125" cy="13335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48" name="contrast-legend-0">
            <a:extLst xmlns:a="http://schemas.openxmlformats.org/drawingml/2006/main">
              <a:ext uri="{FF2B5EF4-FFF2-40B4-BE49-F238E27FC236}">
                <a16:creationId xmlns:a16="http://schemas.microsoft.com/office/drawing/2014/main" id="{479F1E83-B37F-49D7-ACB3-5CFA38D8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4114800"/>
            <a:ext cx="171450" cy="11430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49" name="contrast-legend-label-0">
            <a:extLst xmlns:a="http://schemas.openxmlformats.org/drawingml/2006/main">
              <a:ext uri="{FF2B5EF4-FFF2-40B4-BE49-F238E27FC236}">
                <a16:creationId xmlns:a16="http://schemas.microsoft.com/office/drawing/2014/main" id="{1D8208FD-0B45-4EE4-807C-FD09D5DC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086225"/>
            <a:ext cx="342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52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2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Collab</a:t>
            </a:r>
          </a:p>
        </p:txBody>
      </p:sp>
      <p:sp>
        <p:nvSpPr>
          <p:cNvPr id="650" name="contrast-legend-1">
            <a:extLst xmlns:a="http://schemas.openxmlformats.org/drawingml/2006/main">
              <a:ext uri="{FF2B5EF4-FFF2-40B4-BE49-F238E27FC236}">
                <a16:creationId xmlns:a16="http://schemas.microsoft.com/office/drawing/2014/main" id="{AFB8DD50-ABE5-4F3B-8C3A-94BD785A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4114800"/>
            <a:ext cx="171450" cy="11430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51" name="contrast-legend-label-1">
            <a:extLst xmlns:a="http://schemas.openxmlformats.org/drawingml/2006/main">
              <a:ext uri="{FF2B5EF4-FFF2-40B4-BE49-F238E27FC236}">
                <a16:creationId xmlns:a16="http://schemas.microsoft.com/office/drawing/2014/main" id="{573006F9-92C8-4D3E-BEA2-33D79A65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4086225"/>
            <a:ext cx="342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52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2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Struct</a:t>
            </a:r>
          </a:p>
        </p:txBody>
      </p:sp>
      <p:sp>
        <p:nvSpPr>
          <p:cNvPr id="652" name="contrast-legend-2">
            <a:extLst xmlns:a="http://schemas.openxmlformats.org/drawingml/2006/main">
              <a:ext uri="{FF2B5EF4-FFF2-40B4-BE49-F238E27FC236}">
                <a16:creationId xmlns:a16="http://schemas.microsoft.com/office/drawing/2014/main" id="{B1B7616B-846E-48DD-BEE5-B60ED175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4114800"/>
            <a:ext cx="171450" cy="11430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53" name="contrast-legend-label-2">
            <a:extLst xmlns:a="http://schemas.openxmlformats.org/drawingml/2006/main">
              <a:ext uri="{FF2B5EF4-FFF2-40B4-BE49-F238E27FC236}">
                <a16:creationId xmlns:a16="http://schemas.microsoft.com/office/drawing/2014/main" id="{0FB18BD6-4D3D-4644-B070-3624DC51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4086225"/>
            <a:ext cx="342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52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2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654" name="contrast-legend-3">
            <a:extLst xmlns:a="http://schemas.openxmlformats.org/drawingml/2006/main">
              <a:ext uri="{FF2B5EF4-FFF2-40B4-BE49-F238E27FC236}">
                <a16:creationId xmlns:a16="http://schemas.microsoft.com/office/drawing/2014/main" id="{144759A4-82B0-4C59-BD51-F5210BDA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4114800"/>
            <a:ext cx="171450" cy="11430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55" name="contrast-legend-label-3">
            <a:extLst xmlns:a="http://schemas.openxmlformats.org/drawingml/2006/main">
              <a:ext uri="{FF2B5EF4-FFF2-40B4-BE49-F238E27FC236}">
                <a16:creationId xmlns:a16="http://schemas.microsoft.com/office/drawing/2014/main" id="{DE137DE7-48AE-4AFB-B4EB-802770CC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4086225"/>
            <a:ext cx="342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52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2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656" name="contrast-legend-4">
            <a:extLst xmlns:a="http://schemas.openxmlformats.org/drawingml/2006/main">
              <a:ext uri="{FF2B5EF4-FFF2-40B4-BE49-F238E27FC236}">
                <a16:creationId xmlns:a16="http://schemas.microsoft.com/office/drawing/2014/main" id="{BAC1EDF6-3D5C-40D4-9CDB-9383E5B2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2825" y="4114800"/>
            <a:ext cx="171450" cy="114300"/>
          </a:xfrm>
          <a:prstGeom xmlns:a="http://schemas.openxmlformats.org/drawingml/2006/main" prst="rect">
            <a:avLst/>
          </a:prstGeom>
          <a:ln xmlns:a="http://schemas.openxmlformats.org/drawingml/2006/main" w="4763">
            <a:solidFill>
              <a:srgbClr val="88AAAA"/>
            </a:solidFill>
          </a:ln>
        </p:spPr>
      </p:sp>
      <p:sp>
        <p:nvSpPr>
          <p:cNvPr id="657" name="contrast-legend-label-4">
            <a:extLst xmlns:a="http://schemas.openxmlformats.org/drawingml/2006/main">
              <a:ext uri="{FF2B5EF4-FFF2-40B4-BE49-F238E27FC236}">
                <a16:creationId xmlns:a16="http://schemas.microsoft.com/office/drawing/2014/main" id="{9B14657B-673D-4F41-96D6-60888B08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4086225"/>
            <a:ext cx="342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52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2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BEiT3</a:t>
            </a:r>
          </a:p>
        </p:txBody>
      </p:sp>
      <p:sp>
        <p:nvSpPr>
          <p:cNvPr id="658" name="anneal-panel">
            <a:extLst xmlns:a="http://schemas.openxmlformats.org/drawingml/2006/main">
              <a:ext uri="{FF2B5EF4-FFF2-40B4-BE49-F238E27FC236}">
                <a16:creationId xmlns:a16="http://schemas.microsoft.com/office/drawing/2014/main" id="{61418AB7-A2C4-4BA6-9E57-6EED3616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4514850"/>
            <a:ext cx="2286000" cy="1295400"/>
          </a:xfrm>
          <a:prstGeom xmlns:a="http://schemas.openxmlformats.org/drawingml/2006/main" prst="roundRect">
            <a:avLst>
              <a:gd name="adj" fmla="val 5882"/>
            </a:avLst>
          </a:prstGeom>
          <a:ln xmlns:a="http://schemas.openxmlformats.org/drawingml/2006/main" w="10478">
            <a:solidFill>
              <a:srgbClr val="8A55CC"/>
            </a:solidFill>
            <a:prstDash val="dash"/>
          </a:ln>
        </p:spPr>
      </p:sp>
      <p:sp>
        <p:nvSpPr>
          <p:cNvPr id="659" name="anneal-title">
            <a:extLst xmlns:a="http://schemas.openxmlformats.org/drawingml/2006/main">
              <a:ext uri="{FF2B5EF4-FFF2-40B4-BE49-F238E27FC236}">
                <a16:creationId xmlns:a16="http://schemas.microsoft.com/office/drawing/2014/main" id="{255FE240-691E-4C96-B3AE-68C7F85F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459105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8A55CC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8A55CC"/>
                </a:solidFill>
                <a:latin typeface="Georgia"/>
                <a:ea typeface="Georgia"/>
                <a:cs typeface="Georgia"/>
              </a:rPr>
              <a:t>Temperature Annealing</a:t>
            </a:r>
          </a:p>
        </p:txBody>
      </p:sp>
      <p:sp>
        <p:nvSpPr>
          <p:cNvPr id="660" name="tau-y-axis">
            <a:extLst xmlns:a="http://schemas.openxmlformats.org/drawingml/2006/main">
              <a:ext uri="{FF2B5EF4-FFF2-40B4-BE49-F238E27FC236}">
                <a16:creationId xmlns:a16="http://schemas.microsoft.com/office/drawing/2014/main" id="{9CE5B684-B755-4787-912C-1B080B52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876800"/>
            <a:ext cx="9525" cy="6858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661" name="tau-x-axis">
            <a:extLst xmlns:a="http://schemas.openxmlformats.org/drawingml/2006/main">
              <a:ext uri="{FF2B5EF4-FFF2-40B4-BE49-F238E27FC236}">
                <a16:creationId xmlns:a16="http://schemas.microsoft.com/office/drawing/2014/main" id="{411A505C-EAFE-4510-B2D7-17F0F4EF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5562600"/>
            <a:ext cx="1285875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662" name="tau0-label">
            <a:extLst xmlns:a="http://schemas.openxmlformats.org/drawingml/2006/main">
              <a:ext uri="{FF2B5EF4-FFF2-40B4-BE49-F238E27FC236}">
                <a16:creationId xmlns:a16="http://schemas.microsoft.com/office/drawing/2014/main" id="{7DA94022-12E0-4E05-8834-FDAEBE44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4819650"/>
            <a:ext cx="238125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7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τ0</a:t>
            </a:r>
          </a:p>
        </p:txBody>
      </p:sp>
      <p:sp>
        <p:nvSpPr>
          <p:cNvPr id="663" name="taumin-label">
            <a:extLst xmlns:a="http://schemas.openxmlformats.org/drawingml/2006/main">
              <a:ext uri="{FF2B5EF4-FFF2-40B4-BE49-F238E27FC236}">
                <a16:creationId xmlns:a16="http://schemas.microsoft.com/office/drawing/2014/main" id="{339A7F1A-01E4-47B4-8B72-0CEFA212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5219700"/>
            <a:ext cx="342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7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τmin</a:t>
            </a:r>
          </a:p>
        </p:txBody>
      </p:sp>
      <p:sp>
        <p:nvSpPr>
          <p:cNvPr id="664" name="epoch-label">
            <a:extLst xmlns:a="http://schemas.openxmlformats.org/drawingml/2006/main">
              <a:ext uri="{FF2B5EF4-FFF2-40B4-BE49-F238E27FC236}">
                <a16:creationId xmlns:a16="http://schemas.microsoft.com/office/drawing/2014/main" id="{58598CA4-6324-4C5E-A9E1-91EC3C38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5581650"/>
            <a:ext cx="342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epoch</a:t>
            </a:r>
          </a:p>
        </p:txBody>
      </p:sp>
      <p:sp>
        <p:nvSpPr>
          <p:cNvPr id="665" name="anneal-curve-0">
            <a:extLst xmlns:a="http://schemas.openxmlformats.org/drawingml/2006/main">
              <a:ext uri="{FF2B5EF4-FFF2-40B4-BE49-F238E27FC236}">
                <a16:creationId xmlns:a16="http://schemas.microsoft.com/office/drawing/2014/main" id="{9E7C6044-5D8B-4DE8-9823-65308D77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4933950"/>
            <a:ext cx="123825" cy="2571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2F6FD6"/>
            </a:solidFill>
          </a:ln>
        </p:spPr>
      </p:sp>
      <p:sp>
        <p:nvSpPr>
          <p:cNvPr id="666" name="anneal-curve-1">
            <a:extLst xmlns:a="http://schemas.openxmlformats.org/drawingml/2006/main">
              <a:ext uri="{FF2B5EF4-FFF2-40B4-BE49-F238E27FC236}">
                <a16:creationId xmlns:a16="http://schemas.microsoft.com/office/drawing/2014/main" id="{DF9719A9-8257-46D0-A299-95B75267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191125"/>
            <a:ext cx="285750" cy="2000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2F6FD6"/>
            </a:solidFill>
          </a:ln>
        </p:spPr>
      </p:sp>
      <p:sp>
        <p:nvSpPr>
          <p:cNvPr id="667" name="anneal-curve-2">
            <a:extLst xmlns:a="http://schemas.openxmlformats.org/drawingml/2006/main">
              <a:ext uri="{FF2B5EF4-FFF2-40B4-BE49-F238E27FC236}">
                <a16:creationId xmlns:a16="http://schemas.microsoft.com/office/drawing/2014/main" id="{52AC0DEF-E232-4A3B-8B38-02952CD5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5391150"/>
            <a:ext cx="381000" cy="857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2F6FD6"/>
            </a:solidFill>
          </a:ln>
        </p:spPr>
      </p:sp>
      <p:sp>
        <p:nvSpPr>
          <p:cNvPr id="668" name="anneal-curve-3">
            <a:extLst xmlns:a="http://schemas.openxmlformats.org/drawingml/2006/main">
              <a:ext uri="{FF2B5EF4-FFF2-40B4-BE49-F238E27FC236}">
                <a16:creationId xmlns:a16="http://schemas.microsoft.com/office/drawing/2014/main" id="{06119EBE-2F2B-4469-96ED-332B247A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5476875"/>
            <a:ext cx="476250" cy="285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2F6FD6"/>
            </a:solidFill>
          </a:ln>
        </p:spPr>
      </p:sp>
      <p:sp>
        <p:nvSpPr>
          <p:cNvPr id="669" name="overall-objective">
            <a:extLst xmlns:a="http://schemas.openxmlformats.org/drawingml/2006/main">
              <a:ext uri="{FF2B5EF4-FFF2-40B4-BE49-F238E27FC236}">
                <a16:creationId xmlns:a16="http://schemas.microsoft.com/office/drawing/2014/main" id="{A0696F10-1A52-401D-8A95-00CC40F6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5848350"/>
            <a:ext cx="2286000" cy="476250"/>
          </a:xfrm>
          <a:prstGeom xmlns:a="http://schemas.openxmlformats.org/drawingml/2006/main" prst="roundRect">
            <a:avLst>
              <a:gd name="adj" fmla="val 16000"/>
            </a:avLst>
          </a:prstGeom>
          <a:ln xmlns:a="http://schemas.openxmlformats.org/drawingml/2006/main" w="11430">
            <a:solidFill>
              <a:srgbClr val="F28A2E"/>
            </a:solidFill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050" b="0" i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Overall Objective</a:t>
            </a:r>
          </a:p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050" b="0" i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L = LBPR + λ LCL + λr Lreg</a:t>
            </a:r>
          </a:p>
        </p:txBody>
      </p:sp>
      <p:sp>
        <p:nvSpPr>
          <p:cNvPr id="670" name="operator-legend-left">
            <a:extLst xmlns:a="http://schemas.openxmlformats.org/drawingml/2006/main">
              <a:ext uri="{FF2B5EF4-FFF2-40B4-BE49-F238E27FC236}">
                <a16:creationId xmlns:a16="http://schemas.microsoft.com/office/drawing/2014/main" id="{01A0479A-0659-4382-B55F-6EDECB76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8515350" cy="400050"/>
          </a:xfrm>
          <a:prstGeom xmlns:a="http://schemas.openxmlformats.org/drawingml/2006/main" prst="roundRect">
            <a:avLst>
              <a:gd name="adj" fmla="val 19048"/>
            </a:avLst>
          </a:prstGeom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671" name="legend-gamma">
            <a:extLst xmlns:a="http://schemas.openxmlformats.org/drawingml/2006/main">
              <a:ext uri="{FF2B5EF4-FFF2-40B4-BE49-F238E27FC236}">
                <a16:creationId xmlns:a16="http://schemas.microsoft.com/office/drawing/2014/main" id="{D5CED4CD-FAD6-4FD7-BFAC-6A7F8910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28600" cy="228600"/>
          </a:xfrm>
          <a:prstGeom xmlns:a="http://schemas.openxmlformats.org/drawingml/2006/main" prst="parallelogram">
            <a:avLst/>
          </a:prstGeom>
          <a:ln xmlns:a="http://schemas.openxmlformats.org/drawingml/2006/main" w="9525">
            <a:solidFill>
              <a:srgbClr val="333333"/>
            </a:solidFill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975" b="0" i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γ</a:t>
            </a:r>
          </a:p>
        </p:txBody>
      </p:sp>
      <p:sp>
        <p:nvSpPr>
          <p:cNvPr id="672" name="legend-gamma-label">
            <a:extLst xmlns:a="http://schemas.openxmlformats.org/drawingml/2006/main">
              <a:ext uri="{FF2B5EF4-FFF2-40B4-BE49-F238E27FC236}">
                <a16:creationId xmlns:a16="http://schemas.microsoft.com/office/drawing/2014/main" id="{51DFE196-BAAA-4ABD-B598-EB5B9EDF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9048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Learnable Gate</a:t>
            </a:r>
          </a:p>
        </p:txBody>
      </p:sp>
      <p:sp>
        <p:nvSpPr>
          <p:cNvPr id="673" name="legend-plus-circle">
            <a:extLst xmlns:a="http://schemas.openxmlformats.org/drawingml/2006/main">
              <a:ext uri="{FF2B5EF4-FFF2-40B4-BE49-F238E27FC236}">
                <a16:creationId xmlns:a16="http://schemas.microsoft.com/office/drawing/2014/main" id="{A50C5555-9611-4785-837F-82329DDA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524625"/>
            <a:ext cx="209550" cy="2095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22222"/>
            </a:solidFill>
          </a:ln>
        </p:spPr>
      </p:sp>
      <p:sp>
        <p:nvSpPr>
          <p:cNvPr id="674" name="legend-plus">
            <a:extLst xmlns:a="http://schemas.openxmlformats.org/drawingml/2006/main">
              <a:ext uri="{FF2B5EF4-FFF2-40B4-BE49-F238E27FC236}">
                <a16:creationId xmlns:a16="http://schemas.microsoft.com/office/drawing/2014/main" id="{E1CBB0BA-EF75-4C34-9FEB-7AC3EBC4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54367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675" name="legend-plus-label">
            <a:extLst xmlns:a="http://schemas.openxmlformats.org/drawingml/2006/main">
              <a:ext uri="{FF2B5EF4-FFF2-40B4-BE49-F238E27FC236}">
                <a16:creationId xmlns:a16="http://schemas.microsoft.com/office/drawing/2014/main" id="{19116191-D3F8-42A7-A547-86A91981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57225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Element-wise Addition</a:t>
            </a:r>
          </a:p>
        </p:txBody>
      </p:sp>
      <p:sp>
        <p:nvSpPr>
          <p:cNvPr id="676" name="legend-times-circle">
            <a:extLst xmlns:a="http://schemas.openxmlformats.org/drawingml/2006/main">
              <a:ext uri="{FF2B5EF4-FFF2-40B4-BE49-F238E27FC236}">
                <a16:creationId xmlns:a16="http://schemas.microsoft.com/office/drawing/2014/main" id="{51D0A52D-7D2D-4F34-BA4B-03E8C0DF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6524625"/>
            <a:ext cx="209550" cy="2095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22222"/>
            </a:solidFill>
          </a:ln>
        </p:spPr>
      </p:sp>
      <p:sp>
        <p:nvSpPr>
          <p:cNvPr id="677" name="legend-times">
            <a:extLst xmlns:a="http://schemas.openxmlformats.org/drawingml/2006/main">
              <a:ext uri="{FF2B5EF4-FFF2-40B4-BE49-F238E27FC236}">
                <a16:creationId xmlns:a16="http://schemas.microsoft.com/office/drawing/2014/main" id="{A9E95D3B-AD91-40E1-B6B9-DF03A48B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54367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678" name="legend-times-label">
            <a:extLst xmlns:a="http://schemas.openxmlformats.org/drawingml/2006/main">
              <a:ext uri="{FF2B5EF4-FFF2-40B4-BE49-F238E27FC236}">
                <a16:creationId xmlns:a16="http://schemas.microsoft.com/office/drawing/2014/main" id="{B73F8989-2850-4697-911F-C0478279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572250"/>
            <a:ext cx="11906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Element-wise Product</a:t>
            </a:r>
          </a:p>
        </p:txBody>
      </p:sp>
      <p:sp>
        <p:nvSpPr>
          <p:cNvPr id="679" name="legend-minus-circle">
            <a:extLst xmlns:a="http://schemas.openxmlformats.org/drawingml/2006/main">
              <a:ext uri="{FF2B5EF4-FFF2-40B4-BE49-F238E27FC236}">
                <a16:creationId xmlns:a16="http://schemas.microsoft.com/office/drawing/2014/main" id="{2242292B-F3F2-44A3-BA4E-50E3F04E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524625"/>
            <a:ext cx="209550" cy="209550"/>
          </a:xfrm>
          <a:prstGeom xmlns:a="http://schemas.openxmlformats.org/drawingml/2006/main" prst="ellipse">
            <a:avLst/>
          </a:prstGeom>
          <a:ln xmlns:a="http://schemas.openxmlformats.org/drawingml/2006/main" w="13335">
            <a:solidFill>
              <a:srgbClr val="222222"/>
            </a:solidFill>
          </a:ln>
        </p:spPr>
      </p:sp>
      <p:sp>
        <p:nvSpPr>
          <p:cNvPr id="680" name="legend-minus">
            <a:extLst xmlns:a="http://schemas.openxmlformats.org/drawingml/2006/main">
              <a:ext uri="{FF2B5EF4-FFF2-40B4-BE49-F238E27FC236}">
                <a16:creationId xmlns:a16="http://schemas.microsoft.com/office/drawing/2014/main" id="{29BF53BA-3A0B-452B-9A3F-75688653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54367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681" name="legend-minus-label">
            <a:extLst xmlns:a="http://schemas.openxmlformats.org/drawingml/2006/main">
              <a:ext uri="{FF2B5EF4-FFF2-40B4-BE49-F238E27FC236}">
                <a16:creationId xmlns:a16="http://schemas.microsoft.com/office/drawing/2014/main" id="{52865EC5-DB28-49B7-A0F8-9DC7B987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572250"/>
            <a:ext cx="1352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Element-wise Subtraction</a:t>
            </a:r>
          </a:p>
        </p:txBody>
      </p:sp>
      <p:sp>
        <p:nvSpPr>
          <p:cNvPr id="682" name="legend-dataflow">
            <a:extLst xmlns:a="http://schemas.openxmlformats.org/drawingml/2006/main">
              <a:ext uri="{FF2B5EF4-FFF2-40B4-BE49-F238E27FC236}">
                <a16:creationId xmlns:a16="http://schemas.microsoft.com/office/drawing/2014/main" id="{163FCAC3-BB99-4C77-AD7B-AA9E2CB5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629400"/>
            <a:ext cx="533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22222"/>
            </a:solidFill>
            <a:prstDash val="dash"/>
          </a:ln>
        </p:spPr>
      </p:sp>
      <p:sp>
        <p:nvSpPr>
          <p:cNvPr id="683" name="legend-dataflow-head">
            <a:extLst xmlns:a="http://schemas.openxmlformats.org/drawingml/2006/main">
              <a:ext uri="{FF2B5EF4-FFF2-40B4-BE49-F238E27FC236}">
                <a16:creationId xmlns:a16="http://schemas.microsoft.com/office/drawing/2014/main" id="{F4868A31-AE8A-420F-ACF5-F3E6B853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72400" y="6591300"/>
            <a:ext cx="76200" cy="76200"/>
          </a:xfrm>
          <a:prstGeom xmlns:a="http://schemas.openxmlformats.org/drawingml/2006/main" prst="triangle">
            <a:avLst/>
          </a:prstGeom>
        </p:spPr>
      </p:sp>
      <p:sp>
        <p:nvSpPr>
          <p:cNvPr id="684" name="legend-dataflow-label">
            <a:extLst xmlns:a="http://schemas.openxmlformats.org/drawingml/2006/main">
              <a:ext uri="{FF2B5EF4-FFF2-40B4-BE49-F238E27FC236}">
                <a16:creationId xmlns:a16="http://schemas.microsoft.com/office/drawing/2014/main" id="{319483EA-8E9A-4B6E-8993-AEB582E0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72250"/>
            <a:ext cx="762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 Flow</a:t>
            </a:r>
          </a:p>
        </p:txBody>
      </p:sp>
      <p:sp>
        <p:nvSpPr>
          <p:cNvPr id="685" name="operator-legend-right">
            <a:extLst xmlns:a="http://schemas.openxmlformats.org/drawingml/2006/main">
              <a:ext uri="{FF2B5EF4-FFF2-40B4-BE49-F238E27FC236}">
                <a16:creationId xmlns:a16="http://schemas.microsoft.com/office/drawing/2014/main" id="{E58A2282-D9C2-4197-B9BE-EBEF30B8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400800"/>
            <a:ext cx="6762750" cy="400050"/>
          </a:xfrm>
          <a:prstGeom xmlns:a="http://schemas.openxmlformats.org/drawingml/2006/main" prst="roundRect">
            <a:avLst>
              <a:gd name="adj" fmla="val 19048"/>
            </a:avLst>
          </a:prstGeom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686" name="legend-sigma">
            <a:extLst xmlns:a="http://schemas.openxmlformats.org/drawingml/2006/main">
              <a:ext uri="{FF2B5EF4-FFF2-40B4-BE49-F238E27FC236}">
                <a16:creationId xmlns:a16="http://schemas.microsoft.com/office/drawing/2014/main" id="{7AD04BC7-5ACD-4FEB-81D9-07105142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572250"/>
            <a:ext cx="4286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050" b="0" i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σ(·)</a:t>
            </a:r>
          </a:p>
        </p:txBody>
      </p:sp>
      <p:sp>
        <p:nvSpPr>
          <p:cNvPr id="687" name="legend-sigma-label">
            <a:extLst xmlns:a="http://schemas.openxmlformats.org/drawingml/2006/main">
              <a:ext uri="{FF2B5EF4-FFF2-40B4-BE49-F238E27FC236}">
                <a16:creationId xmlns:a16="http://schemas.microsoft.com/office/drawing/2014/main" id="{F1F084AD-203B-4673-BA6B-FCC03007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0"/>
            <a:ext cx="571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Sigmoid</a:t>
            </a:r>
          </a:p>
        </p:txBody>
      </p:sp>
      <p:sp>
        <p:nvSpPr>
          <p:cNvPr id="688" name="legend-d">
            <a:extLst xmlns:a="http://schemas.openxmlformats.org/drawingml/2006/main">
              <a:ext uri="{FF2B5EF4-FFF2-40B4-BE49-F238E27FC236}">
                <a16:creationId xmlns:a16="http://schemas.microsoft.com/office/drawing/2014/main" id="{B0E0535E-D7EF-4AF2-823E-63B7CC4F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553200"/>
            <a:ext cx="190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d</a:t>
            </a:r>
          </a:p>
        </p:txBody>
      </p:sp>
      <p:sp>
        <p:nvSpPr>
          <p:cNvPr id="689" name="legend-d-label">
            <a:extLst xmlns:a="http://schemas.openxmlformats.org/drawingml/2006/main">
              <a:ext uri="{FF2B5EF4-FFF2-40B4-BE49-F238E27FC236}">
                <a16:creationId xmlns:a16="http://schemas.microsoft.com/office/drawing/2014/main" id="{90C2A1CD-417F-4B7C-A82D-5DB21682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572250"/>
            <a:ext cx="9048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Embedding Dim.</a:t>
            </a:r>
          </a:p>
        </p:txBody>
      </p:sp>
      <p:sp>
        <p:nvSpPr>
          <p:cNvPr id="690" name="legend-alpha-beta">
            <a:extLst xmlns:a="http://schemas.openxmlformats.org/drawingml/2006/main">
              <a:ext uri="{FF2B5EF4-FFF2-40B4-BE49-F238E27FC236}">
                <a16:creationId xmlns:a16="http://schemas.microsoft.com/office/drawing/2014/main" id="{F8488022-7A42-4190-A64C-64AE4F3F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5532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α, β</a:t>
            </a:r>
          </a:p>
        </p:txBody>
      </p:sp>
      <p:sp>
        <p:nvSpPr>
          <p:cNvPr id="691" name="legend-alpha-beta-label">
            <a:extLst xmlns:a="http://schemas.openxmlformats.org/drawingml/2006/main">
              <a:ext uri="{FF2B5EF4-FFF2-40B4-BE49-F238E27FC236}">
                <a16:creationId xmlns:a16="http://schemas.microsoft.com/office/drawing/2014/main" id="{1ED4C7C7-6183-43FF-A189-49EE5029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572250"/>
            <a:ext cx="1066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Learnable Scalars</a:t>
            </a:r>
          </a:p>
        </p:txBody>
      </p:sp>
      <p:sp>
        <p:nvSpPr>
          <p:cNvPr id="692" name="legend-L">
            <a:extLst xmlns:a="http://schemas.openxmlformats.org/drawingml/2006/main">
              <a:ext uri="{FF2B5EF4-FFF2-40B4-BE49-F238E27FC236}">
                <a16:creationId xmlns:a16="http://schemas.microsoft.com/office/drawing/2014/main" id="{4DBFBD61-C5F2-4B94-8DB4-3942BFC4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6553200"/>
            <a:ext cx="190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L</a:t>
            </a:r>
          </a:p>
        </p:txBody>
      </p:sp>
      <p:sp>
        <p:nvSpPr>
          <p:cNvPr id="693" name="legend-L-label">
            <a:extLst xmlns:a="http://schemas.openxmlformats.org/drawingml/2006/main">
              <a:ext uri="{FF2B5EF4-FFF2-40B4-BE49-F238E27FC236}">
                <a16:creationId xmlns:a16="http://schemas.microsoft.com/office/drawing/2014/main" id="{F878D934-6A5E-479D-AA58-20CFB54A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657225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# Graph Layers</a:t>
            </a:r>
          </a:p>
        </p:txBody>
      </p:sp>
      <p:sp>
        <p:nvSpPr>
          <p:cNvPr id="694" name="legend-tau">
            <a:extLst xmlns:a="http://schemas.openxmlformats.org/drawingml/2006/main">
              <a:ext uri="{FF2B5EF4-FFF2-40B4-BE49-F238E27FC236}">
                <a16:creationId xmlns:a16="http://schemas.microsoft.com/office/drawing/2014/main" id="{6371D197-853B-4443-AEC3-6819E865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0" y="6553200"/>
            <a:ext cx="190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τ</a:t>
            </a:r>
          </a:p>
        </p:txBody>
      </p:sp>
      <p:sp>
        <p:nvSpPr>
          <p:cNvPr id="695" name="legend-tau-label">
            <a:extLst xmlns:a="http://schemas.openxmlformats.org/drawingml/2006/main">
              <a:ext uri="{FF2B5EF4-FFF2-40B4-BE49-F238E27FC236}">
                <a16:creationId xmlns:a16="http://schemas.microsoft.com/office/drawing/2014/main" id="{B6781C65-EB55-4143-9500-11085CB4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6572250"/>
            <a:ext cx="781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Temperature</a:t>
            </a:r>
          </a:p>
        </p:txBody>
      </p:sp>
    </p:spTree>
    <p:extLst>
      <p:ext uri="{BB962C8B-B14F-4D97-AF65-F5344CB8AC3E}">
        <p14:creationId xmlns:p14="http://schemas.microsoft.com/office/powerpoint/2010/main" val="876071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2026-06-03T05:38:39.2620000Z</dcterms:created>
  <dcterms:modified xsi:type="dcterms:W3CDTF">2026-06-03T05:38:39.2620000Z</dcterms:modified>
</coreProperties>
</file>